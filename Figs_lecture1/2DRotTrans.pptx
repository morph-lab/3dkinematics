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4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4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8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8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1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485-2EE5-9B46-8E58-FA14EB4E4C28}" type="datetimeFigureOut">
              <a:rPr lang="en-US" smtClean="0"/>
              <a:t>6/13/20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9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Arrow Connector 52"/>
          <p:cNvCxnSpPr/>
          <p:nvPr/>
        </p:nvCxnSpPr>
        <p:spPr>
          <a:xfrm flipV="1">
            <a:off x="6981360" y="3831813"/>
            <a:ext cx="4491789" cy="3208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6969984" y="612642"/>
            <a:ext cx="29244" cy="325125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11407181" y="5881020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181" y="5881020"/>
                <a:ext cx="665747" cy="369332"/>
              </a:xfrm>
              <a:prstGeom prst="rect">
                <a:avLst/>
              </a:prstGeom>
              <a:blipFill>
                <a:blip r:embed="rId2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 flipV="1">
            <a:off x="7022240" y="2813095"/>
            <a:ext cx="4283320" cy="102815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c 59"/>
          <p:cNvSpPr/>
          <p:nvPr/>
        </p:nvSpPr>
        <p:spPr>
          <a:xfrm rot="1774276">
            <a:off x="7800795" y="3186108"/>
            <a:ext cx="1024253" cy="956078"/>
          </a:xfrm>
          <a:prstGeom prst="arc">
            <a:avLst>
              <a:gd name="adj1" fmla="val 18229023"/>
              <a:gd name="adj2" fmla="val 2099343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8402497" y="3494566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497" y="3494566"/>
                <a:ext cx="251094" cy="369332"/>
              </a:xfrm>
              <a:prstGeom prst="rect">
                <a:avLst/>
              </a:prstGeom>
              <a:blipFill>
                <a:blip r:embed="rId3"/>
                <a:stretch>
                  <a:fillRect l="-25000" r="-2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 flipH="1" flipV="1">
            <a:off x="5910439" y="812184"/>
            <a:ext cx="1053908" cy="300810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/>
              <p:cNvSpPr txBox="1"/>
              <p:nvPr/>
            </p:nvSpPr>
            <p:spPr>
              <a:xfrm>
                <a:off x="6685980" y="2657164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80" y="2657164"/>
                <a:ext cx="251094" cy="369332"/>
              </a:xfrm>
              <a:prstGeom prst="rect">
                <a:avLst/>
              </a:prstGeom>
              <a:blipFill>
                <a:blip r:embed="rId4"/>
                <a:stretch>
                  <a:fillRect l="-23810" r="-2381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Arc 65"/>
          <p:cNvSpPr/>
          <p:nvPr/>
        </p:nvSpPr>
        <p:spPr>
          <a:xfrm rot="264603">
            <a:off x="6334348" y="2370219"/>
            <a:ext cx="1024253" cy="956078"/>
          </a:xfrm>
          <a:prstGeom prst="arc">
            <a:avLst>
              <a:gd name="adj1" fmla="val 13220660"/>
              <a:gd name="adj2" fmla="val 1729799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11175290" y="2540561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290" y="2540561"/>
                <a:ext cx="665747" cy="369332"/>
              </a:xfrm>
              <a:prstGeom prst="rect">
                <a:avLst/>
              </a:prstGeom>
              <a:blipFill>
                <a:blip r:embed="rId5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5392608" y="502828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608" y="502828"/>
                <a:ext cx="665747" cy="369332"/>
              </a:xfrm>
              <a:prstGeom prst="rect">
                <a:avLst/>
              </a:prstGeom>
              <a:blipFill>
                <a:blip r:embed="rId6"/>
                <a:stretch>
                  <a:fillRect t="-1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>
            <a:cxnSpLocks/>
          </p:cNvCxnSpPr>
          <p:nvPr/>
        </p:nvCxnSpPr>
        <p:spPr>
          <a:xfrm flipH="1">
            <a:off x="9847125" y="1273561"/>
            <a:ext cx="13794" cy="45720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cxnSpLocks/>
          </p:cNvCxnSpPr>
          <p:nvPr/>
        </p:nvCxnSpPr>
        <p:spPr>
          <a:xfrm flipH="1" flipV="1">
            <a:off x="3238320" y="1261428"/>
            <a:ext cx="6549856" cy="117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/>
          <p:nvPr/>
        </p:nvCxnSpPr>
        <p:spPr>
          <a:xfrm flipV="1">
            <a:off x="7009652" y="1242703"/>
            <a:ext cx="2851265" cy="25891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9866656" y="1273561"/>
            <a:ext cx="559085" cy="1722077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6471694" y="1289054"/>
            <a:ext cx="3316481" cy="912903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10397524" y="3026496"/>
            <a:ext cx="23011" cy="8213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399073" y="2263870"/>
            <a:ext cx="3389102" cy="247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5917863" y="2104176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863" y="2104176"/>
                <a:ext cx="665747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9567031" y="5924224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031" y="5924224"/>
                <a:ext cx="665747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958026" y="4554511"/>
                <a:ext cx="10546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𝑐𝑜𝑠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026" y="4554511"/>
                <a:ext cx="1054648" cy="369332"/>
              </a:xfrm>
              <a:prstGeom prst="rect">
                <a:avLst/>
              </a:prstGeom>
              <a:blipFill>
                <a:blip r:embed="rId9"/>
                <a:stretch>
                  <a:fillRect l="-5952" r="-476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/>
              <p:cNvSpPr txBox="1"/>
              <p:nvPr/>
            </p:nvSpPr>
            <p:spPr>
              <a:xfrm>
                <a:off x="9899905" y="2201957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905" y="2201957"/>
                <a:ext cx="251094" cy="369332"/>
              </a:xfrm>
              <a:prstGeom prst="rect">
                <a:avLst/>
              </a:prstGeom>
              <a:blipFill>
                <a:blip r:embed="rId10"/>
                <a:stretch>
                  <a:fillRect l="-31579" r="-2631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c 79"/>
          <p:cNvSpPr/>
          <p:nvPr/>
        </p:nvSpPr>
        <p:spPr>
          <a:xfrm rot="6170844">
            <a:off x="9467920" y="1731261"/>
            <a:ext cx="1024253" cy="956078"/>
          </a:xfrm>
          <a:prstGeom prst="arc">
            <a:avLst>
              <a:gd name="adj1" fmla="val 18229023"/>
              <a:gd name="adj2" fmla="val 146895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7009651" y="3895948"/>
            <a:ext cx="12589" cy="9471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10384935" y="3961289"/>
            <a:ext cx="12590" cy="12911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7022240" y="4513031"/>
            <a:ext cx="3362695" cy="18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9842651" y="4305232"/>
            <a:ext cx="12589" cy="9471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H="1" flipV="1">
            <a:off x="9855840" y="2966396"/>
            <a:ext cx="592913" cy="241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/>
              <p:cNvSpPr txBox="1"/>
              <p:nvPr/>
            </p:nvSpPr>
            <p:spPr>
              <a:xfrm>
                <a:off x="10034057" y="1759508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4057" y="1759508"/>
                <a:ext cx="66574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9792431" y="4869515"/>
                <a:ext cx="9744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𝑠𝑖𝑛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431" y="4869515"/>
                <a:ext cx="974433" cy="369332"/>
              </a:xfrm>
              <a:prstGeom prst="rect">
                <a:avLst/>
              </a:prstGeom>
              <a:blipFill>
                <a:blip r:embed="rId12"/>
                <a:stretch>
                  <a:fillRect l="-6410" r="-5128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/>
          <p:cNvCxnSpPr>
            <a:cxnSpLocks/>
          </p:cNvCxnSpPr>
          <p:nvPr/>
        </p:nvCxnSpPr>
        <p:spPr>
          <a:xfrm>
            <a:off x="9836914" y="4790847"/>
            <a:ext cx="572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 flipV="1">
            <a:off x="4543346" y="3827712"/>
            <a:ext cx="2466304" cy="135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 flipV="1">
            <a:off x="4680999" y="2263870"/>
            <a:ext cx="1309877" cy="132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 flipV="1">
            <a:off x="4707354" y="1262029"/>
            <a:ext cx="829450" cy="111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5182898" y="2263870"/>
            <a:ext cx="7031" cy="1577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/>
              <p:cNvSpPr txBox="1"/>
              <p:nvPr/>
            </p:nvSpPr>
            <p:spPr>
              <a:xfrm>
                <a:off x="4200450" y="2974536"/>
                <a:ext cx="10048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𝑐𝑜𝑠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450" y="2974536"/>
                <a:ext cx="1004890" cy="369332"/>
              </a:xfrm>
              <a:prstGeom prst="rect">
                <a:avLst/>
              </a:prstGeom>
              <a:blipFill>
                <a:blip r:embed="rId13"/>
                <a:stretch>
                  <a:fillRect l="-6250" r="-5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/>
          <p:cNvCxnSpPr/>
          <p:nvPr/>
        </p:nvCxnSpPr>
        <p:spPr>
          <a:xfrm flipV="1">
            <a:off x="5259967" y="1229178"/>
            <a:ext cx="3515" cy="1059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/>
              <p:cNvSpPr txBox="1"/>
              <p:nvPr/>
            </p:nvSpPr>
            <p:spPr>
              <a:xfrm>
                <a:off x="7655157" y="1914109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157" y="1914109"/>
                <a:ext cx="251094" cy="369332"/>
              </a:xfrm>
              <a:prstGeom prst="rect">
                <a:avLst/>
              </a:prstGeom>
              <a:blipFill>
                <a:blip r:embed="rId14"/>
                <a:stretch>
                  <a:fillRect l="-23810" r="-19048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Arc 104"/>
          <p:cNvSpPr/>
          <p:nvPr/>
        </p:nvSpPr>
        <p:spPr>
          <a:xfrm rot="5586227">
            <a:off x="7288280" y="1640369"/>
            <a:ext cx="1024253" cy="956078"/>
          </a:xfrm>
          <a:prstGeom prst="arc">
            <a:avLst>
              <a:gd name="adj1" fmla="val 13220660"/>
              <a:gd name="adj2" fmla="val 1729799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/>
              <p:cNvSpPr txBox="1"/>
              <p:nvPr/>
            </p:nvSpPr>
            <p:spPr>
              <a:xfrm>
                <a:off x="4229720" y="1579468"/>
                <a:ext cx="10241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𝑠𝑖𝑛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720" y="1579468"/>
                <a:ext cx="1024190" cy="369332"/>
              </a:xfrm>
              <a:prstGeom prst="rect">
                <a:avLst/>
              </a:prstGeom>
              <a:blipFill>
                <a:blip r:embed="rId15"/>
                <a:stretch>
                  <a:fillRect l="-6098" r="-487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2585185" y="84083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185" y="84083"/>
                <a:ext cx="665747" cy="369332"/>
              </a:xfrm>
              <a:prstGeom prst="rect">
                <a:avLst/>
              </a:prstGeom>
              <a:blipFill>
                <a:blip r:embed="rId16"/>
                <a:stretch>
                  <a:fillRect t="-1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693967" y="979296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967" y="979296"/>
                <a:ext cx="665747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10291965" y="296501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965" y="2965015"/>
                <a:ext cx="665747" cy="369332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7684079" y="1354217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079" y="1354217"/>
                <a:ext cx="665747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6FCDB7-9A61-D44A-8FDD-3F6235E5615C}"/>
              </a:ext>
            </a:extLst>
          </p:cNvPr>
          <p:cNvCxnSpPr>
            <a:cxnSpLocks/>
          </p:cNvCxnSpPr>
          <p:nvPr/>
        </p:nvCxnSpPr>
        <p:spPr>
          <a:xfrm flipH="1" flipV="1">
            <a:off x="3244059" y="84083"/>
            <a:ext cx="6873" cy="5800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B9186C8-471F-E945-B896-ACA9CE4ADA44}"/>
              </a:ext>
            </a:extLst>
          </p:cNvPr>
          <p:cNvCxnSpPr>
            <a:cxnSpLocks/>
          </p:cNvCxnSpPr>
          <p:nvPr/>
        </p:nvCxnSpPr>
        <p:spPr>
          <a:xfrm flipV="1">
            <a:off x="3244059" y="5851606"/>
            <a:ext cx="8495996" cy="23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E99CFC-48BF-774C-989F-2E54034F077F}"/>
              </a:ext>
            </a:extLst>
          </p:cNvPr>
          <p:cNvCxnSpPr/>
          <p:nvPr/>
        </p:nvCxnSpPr>
        <p:spPr>
          <a:xfrm flipV="1">
            <a:off x="3250932" y="3834483"/>
            <a:ext cx="3713415" cy="2028854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028385-8D47-9548-AA14-69F3B45C9D4E}"/>
                  </a:ext>
                </a:extLst>
              </p:cNvPr>
              <p:cNvSpPr txBox="1"/>
              <p:nvPr/>
            </p:nvSpPr>
            <p:spPr>
              <a:xfrm>
                <a:off x="9836914" y="868228"/>
                <a:ext cx="267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028385-8D47-9548-AA14-69F3B45C9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914" y="868228"/>
                <a:ext cx="267188" cy="369332"/>
              </a:xfrm>
              <a:prstGeom prst="rect">
                <a:avLst/>
              </a:prstGeom>
              <a:blipFill>
                <a:blip r:embed="rId20"/>
                <a:stretch>
                  <a:fillRect l="-27273" r="-1818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F44C33-A811-1843-A5EE-8AAB7A74F6A2}"/>
                  </a:ext>
                </a:extLst>
              </p:cNvPr>
              <p:cNvSpPr txBox="1"/>
              <p:nvPr/>
            </p:nvSpPr>
            <p:spPr>
              <a:xfrm>
                <a:off x="5003063" y="421490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FF44C33-A811-1843-A5EE-8AAB7A74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063" y="4214905"/>
                <a:ext cx="665747" cy="369332"/>
              </a:xfrm>
              <a:prstGeom prst="rect">
                <a:avLst/>
              </a:prstGeom>
              <a:blipFill>
                <a:blip r:embed="rId21"/>
                <a:stretch>
                  <a:fillRect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8D8002C-82F0-AE41-B009-47263CB1F537}"/>
                  </a:ext>
                </a:extLst>
              </p:cNvPr>
              <p:cNvSpPr txBox="1"/>
              <p:nvPr/>
            </p:nvSpPr>
            <p:spPr>
              <a:xfrm>
                <a:off x="2819886" y="5799621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8D8002C-82F0-AE41-B009-47263CB1F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886" y="5799621"/>
                <a:ext cx="665747" cy="369332"/>
              </a:xfrm>
              <a:prstGeom prst="rect">
                <a:avLst/>
              </a:prstGeom>
              <a:blipFill>
                <a:blip r:embed="rId2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E91D65-16C6-0441-83C5-1FE78019A5AE}"/>
                  </a:ext>
                </a:extLst>
              </p:cNvPr>
              <p:cNvSpPr txBox="1"/>
              <p:nvPr/>
            </p:nvSpPr>
            <p:spPr>
              <a:xfrm>
                <a:off x="6343903" y="348200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7E91D65-16C6-0441-83C5-1FE78019A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903" y="3482005"/>
                <a:ext cx="665747" cy="369332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18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26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16</cp:revision>
  <cp:lastPrinted>2017-07-21T21:45:33Z</cp:lastPrinted>
  <dcterms:created xsi:type="dcterms:W3CDTF">2017-07-20T12:50:43Z</dcterms:created>
  <dcterms:modified xsi:type="dcterms:W3CDTF">2020-06-13T19:44:05Z</dcterms:modified>
</cp:coreProperties>
</file>