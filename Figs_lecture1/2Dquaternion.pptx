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DA23-7A0B-ED4E-9C05-17B1C6D8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58813-8A9E-1A42-94A3-D7A11602F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1C0C7-CD5C-0D40-81F2-16D49C98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82E9-D1FE-754E-BAEB-230B5AC7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A4C98-4C1A-2041-BC94-3BD201A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2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0BD7-8F01-CB44-B9BC-CF866CBC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6211F-4286-6D4C-8194-BA9000B3B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E8125-1FBD-3449-85CB-9279CADB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C587-D4E3-2044-8EB6-D685BDFF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11B55-5791-ED4C-8A46-F7FA5863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0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52B8-7EB5-0341-9D59-F58852FAA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2F44C-5168-3C45-BD30-104CFCE3F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3A6D-2254-994B-B5EB-F56E9360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D2DB9-2E20-F14B-B1D3-F53208704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CEADA-E5C1-7E4A-93F4-02ABD9E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6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3922-B0DC-724C-97E0-A6685C22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14F5C-36C9-B049-A317-35215B6F5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2D8B3-CA77-7948-90E5-781A0A186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EA3D9-4912-6B47-9D46-DCA64FD9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D899D-6D8C-C843-843C-25C373F8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2A031-6757-244A-8106-753980CC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7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1723-5E0C-574E-93EB-8DEEEC4F6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10BAA-224E-4841-9AEB-449849A69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A0620-C8E6-5E46-85CB-26AAC12E4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A015C-4BD4-C946-B873-857F95688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8B925E-A079-8444-8CA1-83E94312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F4F0A-BF96-264E-AD2E-ECF2AF09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493E4-49FD-A148-9194-E55298C2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3D7C9-FD4A-3B4B-B8DA-9E7549F0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6B54-7119-F44B-8A31-36079EE8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0C893-CBC3-BE4E-8E63-CC83A3D9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F6657-BA66-A04A-B504-A539A027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1DDF1-28AF-2A47-A966-442CE000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AA789-EC2F-C440-8DEE-0A3A8576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D17C0-A078-844D-8ACE-4480A703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C628E-0EF5-D142-AFA9-98B7DAD0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4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53C3-A75D-AB41-8A88-0487B7BC6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A297-8530-3E47-9A75-F032D4C82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91FEA-6141-3440-8B41-757D51A50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7104E-149E-0D4C-B959-08071618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BAC16-4D91-0A45-9A26-9B9A8624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D8ACC-C264-CE4D-80A0-831DCDE4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6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CD448-B4C9-E348-A6AE-8DF85354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49D5C-561D-5D45-8A65-ED15476BD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451C6-EFF8-5744-BAB7-54DBDAF0E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0018-B8BD-AA42-9357-B67A9B4C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17E2F-B90F-C84D-8906-3D6AEE6E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44614-B52D-4A4D-BCB5-A371EE81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A778-D57F-F94B-B88C-5C5A42F0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16B76-66B7-7347-8ADF-62A1C2AC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ABCA8-2CBD-904F-A554-2CD4B213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5FCCC-7002-E543-B6DE-E5CD9B62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200B-3757-684B-B45E-9A0B9833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A5032-F043-094D-9863-6CB4D8FE6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31AAD-E575-2D4B-BDC6-919F14C3A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E90DD-EB3D-CE47-8E19-F9C9F87A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2C74-47EE-D84F-834C-E0127889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31159-2474-FB46-9C91-1FF29A21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63833-3CAE-CA49-837B-EB353D1C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D57A1-A524-5F4C-B1E3-A1C87768F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B47CC-4460-5642-9C62-70F89C4D8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05525-A54A-F442-89F0-FDDA18CD8BA9}" type="datetimeFigureOut">
              <a:rPr lang="en-US" smtClean="0"/>
              <a:t>11/25/20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7CE5-EB3E-6C49-990D-94E1CBE48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8A39-C962-D246-9801-53FBAD79A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9711-85B3-8342-B5D0-2A2BD146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3C763E15-AEA0-EC46-94CC-39B510E7537C}"/>
              </a:ext>
            </a:extLst>
          </p:cNvPr>
          <p:cNvSpPr/>
          <p:nvPr/>
        </p:nvSpPr>
        <p:spPr>
          <a:xfrm>
            <a:off x="1918501" y="3599647"/>
            <a:ext cx="4635062" cy="22762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7657DF-8FE1-7A4D-A027-0D4B90C3E363}"/>
              </a:ext>
            </a:extLst>
          </p:cNvPr>
          <p:cNvCxnSpPr>
            <a:cxnSpLocks/>
          </p:cNvCxnSpPr>
          <p:nvPr/>
        </p:nvCxnSpPr>
        <p:spPr>
          <a:xfrm flipV="1">
            <a:off x="4139514" y="4060619"/>
            <a:ext cx="1956486" cy="5731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141353-E2DE-6841-A468-4D6E21565C1B}"/>
              </a:ext>
            </a:extLst>
          </p:cNvPr>
          <p:cNvCxnSpPr>
            <a:cxnSpLocks/>
          </p:cNvCxnSpPr>
          <p:nvPr/>
        </p:nvCxnSpPr>
        <p:spPr>
          <a:xfrm flipV="1">
            <a:off x="4139514" y="2181535"/>
            <a:ext cx="0" cy="24949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ABF37D-2343-DE49-8DF4-444FC3F94850}"/>
              </a:ext>
            </a:extLst>
          </p:cNvPr>
          <p:cNvCxnSpPr>
            <a:cxnSpLocks/>
          </p:cNvCxnSpPr>
          <p:nvPr/>
        </p:nvCxnSpPr>
        <p:spPr>
          <a:xfrm>
            <a:off x="4139513" y="4633785"/>
            <a:ext cx="1074200" cy="11422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BC8DAC-BD2A-1148-9754-D2F36D7D8DD9}"/>
              </a:ext>
            </a:extLst>
          </p:cNvPr>
          <p:cNvCxnSpPr>
            <a:cxnSpLocks/>
          </p:cNvCxnSpPr>
          <p:nvPr/>
        </p:nvCxnSpPr>
        <p:spPr>
          <a:xfrm>
            <a:off x="4185639" y="4633784"/>
            <a:ext cx="1853887" cy="710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F2F90C-0AAB-F249-AA22-E7CDE5D4210A}"/>
                  </a:ext>
                </a:extLst>
              </p:cNvPr>
              <p:cNvSpPr txBox="1"/>
              <p:nvPr/>
            </p:nvSpPr>
            <p:spPr>
              <a:xfrm>
                <a:off x="4341795" y="5084251"/>
                <a:ext cx="1764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F2F90C-0AAB-F249-AA22-E7CDE5D42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795" y="5084251"/>
                <a:ext cx="176459" cy="369332"/>
              </a:xfrm>
              <a:prstGeom prst="rect">
                <a:avLst/>
              </a:prstGeom>
              <a:blipFill>
                <a:blip r:embed="rId2"/>
                <a:stretch>
                  <a:fillRect l="-33333" r="-33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219061-86F5-4748-A64A-488F8B60E238}"/>
                  </a:ext>
                </a:extLst>
              </p:cNvPr>
              <p:cNvSpPr txBox="1"/>
              <p:nvPr/>
            </p:nvSpPr>
            <p:spPr>
              <a:xfrm>
                <a:off x="4945637" y="3996466"/>
                <a:ext cx="1847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219061-86F5-4748-A64A-488F8B60E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637" y="3996466"/>
                <a:ext cx="184794" cy="369332"/>
              </a:xfrm>
              <a:prstGeom prst="rect">
                <a:avLst/>
              </a:prstGeom>
              <a:blipFill>
                <a:blip r:embed="rId3"/>
                <a:stretch>
                  <a:fillRect l="-50000" r="-4375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4671FF-405A-1142-BA57-80BF247FE643}"/>
                  </a:ext>
                </a:extLst>
              </p:cNvPr>
              <p:cNvSpPr txBox="1"/>
              <p:nvPr/>
            </p:nvSpPr>
            <p:spPr>
              <a:xfrm>
                <a:off x="3841437" y="3698907"/>
                <a:ext cx="2478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4671FF-405A-1142-BA57-80BF247FE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437" y="3698907"/>
                <a:ext cx="247888" cy="369332"/>
              </a:xfrm>
              <a:prstGeom prst="rect">
                <a:avLst/>
              </a:prstGeom>
              <a:blipFill>
                <a:blip r:embed="rId4"/>
                <a:stretch>
                  <a:fillRect l="-28571" r="-2381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2090BA-4A5D-EB41-968B-6C636789A0E6}"/>
              </a:ext>
            </a:extLst>
          </p:cNvPr>
          <p:cNvCxnSpPr>
            <a:cxnSpLocks/>
          </p:cNvCxnSpPr>
          <p:nvPr/>
        </p:nvCxnSpPr>
        <p:spPr>
          <a:xfrm flipV="1">
            <a:off x="4168288" y="4372303"/>
            <a:ext cx="851791" cy="2567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548682-4687-2C4F-BD0B-7AB232BD19E8}"/>
              </a:ext>
            </a:extLst>
          </p:cNvPr>
          <p:cNvCxnSpPr>
            <a:cxnSpLocks/>
          </p:cNvCxnSpPr>
          <p:nvPr/>
        </p:nvCxnSpPr>
        <p:spPr>
          <a:xfrm>
            <a:off x="4142017" y="4644810"/>
            <a:ext cx="545597" cy="6020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FEDFD6-1752-C049-A2D5-7E8B8C05E3EC}"/>
              </a:ext>
            </a:extLst>
          </p:cNvPr>
          <p:cNvCxnSpPr>
            <a:cxnSpLocks/>
          </p:cNvCxnSpPr>
          <p:nvPr/>
        </p:nvCxnSpPr>
        <p:spPr>
          <a:xfrm flipV="1">
            <a:off x="4139513" y="3883573"/>
            <a:ext cx="0" cy="7928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D99C0D-3800-5544-A63B-4C37B974CF63}"/>
                  </a:ext>
                </a:extLst>
              </p:cNvPr>
              <p:cNvSpPr txBox="1"/>
              <p:nvPr/>
            </p:nvSpPr>
            <p:spPr>
              <a:xfrm>
                <a:off x="6064532" y="3630069"/>
                <a:ext cx="505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D99C0D-3800-5544-A63B-4C37B974C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532" y="3630069"/>
                <a:ext cx="505908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C1C930-58DD-4341-9C21-48F27F19C133}"/>
              </a:ext>
            </a:extLst>
          </p:cNvPr>
          <p:cNvCxnSpPr>
            <a:cxnSpLocks/>
          </p:cNvCxnSpPr>
          <p:nvPr/>
        </p:nvCxnSpPr>
        <p:spPr>
          <a:xfrm flipV="1">
            <a:off x="4164862" y="3754603"/>
            <a:ext cx="1230482" cy="85319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1AA0E32-913D-C549-9407-6621ED5C6D61}"/>
              </a:ext>
            </a:extLst>
          </p:cNvPr>
          <p:cNvCxnSpPr>
            <a:cxnSpLocks/>
          </p:cNvCxnSpPr>
          <p:nvPr/>
        </p:nvCxnSpPr>
        <p:spPr>
          <a:xfrm>
            <a:off x="4164862" y="4655027"/>
            <a:ext cx="1931138" cy="749577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c 34">
            <a:extLst>
              <a:ext uri="{FF2B5EF4-FFF2-40B4-BE49-F238E27FC236}">
                <a16:creationId xmlns:a16="http://schemas.microsoft.com/office/drawing/2014/main" id="{303F733A-76AD-9F47-9342-3846680BC760}"/>
              </a:ext>
            </a:extLst>
          </p:cNvPr>
          <p:cNvSpPr/>
          <p:nvPr/>
        </p:nvSpPr>
        <p:spPr>
          <a:xfrm rot="6757275">
            <a:off x="4472614" y="4416453"/>
            <a:ext cx="1145628" cy="1103586"/>
          </a:xfrm>
          <a:prstGeom prst="arc">
            <a:avLst>
              <a:gd name="adj1" fmla="val 16381901"/>
              <a:gd name="adj2" fmla="val 2062305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CDDD6F-3973-3248-8684-70A244C7CA6D}"/>
                  </a:ext>
                </a:extLst>
              </p:cNvPr>
              <p:cNvSpPr txBox="1"/>
              <p:nvPr/>
            </p:nvSpPr>
            <p:spPr>
              <a:xfrm>
                <a:off x="5956999" y="4349993"/>
                <a:ext cx="2446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4CDDD6F-3973-3248-8684-70A244C7C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999" y="4349993"/>
                <a:ext cx="244682" cy="369332"/>
              </a:xfrm>
              <a:prstGeom prst="rect">
                <a:avLst/>
              </a:prstGeom>
              <a:blipFill>
                <a:blip r:embed="rId6"/>
                <a:stretch>
                  <a:fillRect l="-9524" r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DF8E6E-5E72-114F-BE32-CD4834FB2350}"/>
                  </a:ext>
                </a:extLst>
              </p:cNvPr>
              <p:cNvSpPr txBox="1"/>
              <p:nvPr/>
            </p:nvSpPr>
            <p:spPr>
              <a:xfrm>
                <a:off x="5021411" y="3272834"/>
                <a:ext cx="5175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DF8E6E-5E72-114F-BE32-CD4834FB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411" y="3272834"/>
                <a:ext cx="51757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CF083C-38DB-DD40-99F9-0DD09F16A901}"/>
                  </a:ext>
                </a:extLst>
              </p:cNvPr>
              <p:cNvSpPr txBox="1"/>
              <p:nvPr/>
            </p:nvSpPr>
            <p:spPr>
              <a:xfrm>
                <a:off x="5075471" y="5155236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CF083C-38DB-DD40-99F9-0DD09F16A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471" y="5155236"/>
                <a:ext cx="251094" cy="369332"/>
              </a:xfrm>
              <a:prstGeom prst="rect">
                <a:avLst/>
              </a:prstGeom>
              <a:blipFill>
                <a:blip r:embed="rId8"/>
                <a:stretch>
                  <a:fillRect l="-23810" r="-2381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7D5513-A227-7F48-BE98-5B9E5E0B1FE9}"/>
                  </a:ext>
                </a:extLst>
              </p:cNvPr>
              <p:cNvSpPr txBox="1"/>
              <p:nvPr/>
            </p:nvSpPr>
            <p:spPr>
              <a:xfrm>
                <a:off x="5095177" y="5751494"/>
                <a:ext cx="3781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E7D5513-A227-7F48-BE98-5B9E5E0B1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177" y="5751494"/>
                <a:ext cx="378117" cy="369332"/>
              </a:xfrm>
              <a:prstGeom prst="rect">
                <a:avLst/>
              </a:prstGeom>
              <a:blipFill>
                <a:blip r:embed="rId9"/>
                <a:stretch>
                  <a:fillRect l="-9677" r="-322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1D87DE7-D384-5448-B26C-D9FBC6765DAB}"/>
                  </a:ext>
                </a:extLst>
              </p:cNvPr>
              <p:cNvSpPr txBox="1"/>
              <p:nvPr/>
            </p:nvSpPr>
            <p:spPr>
              <a:xfrm>
                <a:off x="4137012" y="1814303"/>
                <a:ext cx="2232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1D87DE7-D384-5448-B26C-D9FBC6765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012" y="1814303"/>
                <a:ext cx="223266" cy="369332"/>
              </a:xfrm>
              <a:prstGeom prst="rect">
                <a:avLst/>
              </a:prstGeom>
              <a:blipFill>
                <a:blip r:embed="rId10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05D05D-9D26-564F-9685-43DB9DE4F60F}"/>
                  </a:ext>
                </a:extLst>
              </p:cNvPr>
              <p:cNvSpPr txBox="1"/>
              <p:nvPr/>
            </p:nvSpPr>
            <p:spPr>
              <a:xfrm>
                <a:off x="6087981" y="5313493"/>
                <a:ext cx="4004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05D05D-9D26-564F-9685-43DB9DE4F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981" y="5313493"/>
                <a:ext cx="400494" cy="369332"/>
              </a:xfrm>
              <a:prstGeom prst="rect">
                <a:avLst/>
              </a:prstGeom>
              <a:blipFill>
                <a:blip r:embed="rId11"/>
                <a:stretch>
                  <a:fillRect l="-9375" r="-625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C4444E-03BB-F34D-98F9-153D54E29DD8}"/>
                  </a:ext>
                </a:extLst>
              </p:cNvPr>
              <p:cNvSpPr txBox="1"/>
              <p:nvPr/>
            </p:nvSpPr>
            <p:spPr>
              <a:xfrm>
                <a:off x="5969525" y="4029823"/>
                <a:ext cx="3798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C4444E-03BB-F34D-98F9-153D54E29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525" y="4029823"/>
                <a:ext cx="379848" cy="369332"/>
              </a:xfrm>
              <a:prstGeom prst="rect">
                <a:avLst/>
              </a:prstGeom>
              <a:blipFill>
                <a:blip r:embed="rId12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DA0688-C3D1-5547-A039-F991B88593E2}"/>
                  </a:ext>
                </a:extLst>
              </p:cNvPr>
              <p:cNvSpPr txBox="1"/>
              <p:nvPr/>
            </p:nvSpPr>
            <p:spPr>
              <a:xfrm>
                <a:off x="5337877" y="3668153"/>
                <a:ext cx="402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DA0688-C3D1-5547-A039-F991B885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877" y="3668153"/>
                <a:ext cx="402225" cy="369332"/>
              </a:xfrm>
              <a:prstGeom prst="rect">
                <a:avLst/>
              </a:prstGeom>
              <a:blipFill>
                <a:blip r:embed="rId13"/>
                <a:stretch>
                  <a:fillRect l="-18182" r="-303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31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</cp:revision>
  <dcterms:created xsi:type="dcterms:W3CDTF">2020-11-25T11:16:01Z</dcterms:created>
  <dcterms:modified xsi:type="dcterms:W3CDTF">2020-11-25T11:32:20Z</dcterms:modified>
</cp:coreProperties>
</file>