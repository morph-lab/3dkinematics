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>
        <p:scale>
          <a:sx n="119" d="100"/>
          <a:sy n="119" d="100"/>
        </p:scale>
        <p:origin x="85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6ED1F-E343-7A46-91B9-EDD8CD1D7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8FDB7-83B5-C142-ADD5-787E4F9A2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3D708-7D1F-EC4E-A012-6B067D41B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6/14/20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9C14B-4A4B-D648-8F8C-08B7C1132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127A8-6B5C-5345-9EAB-2C9E011FD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01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57355-5C73-9940-9475-38ED2869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C3250-F719-6B40-9CB3-CF6CF5032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D6570-2EB4-6747-87AD-CC7ADAC1B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6/14/20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7C8C4-EE54-C54C-97AF-3C15ECBDF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F1BC0-4761-0246-A3B9-60AAD6B7B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053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2E3CF-EAE5-5D4A-AED2-C7BCE93C1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AB00B-B3BA-D14E-8DFC-1D4FA1BB8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0F7E3-21BD-AE43-9D1A-8A5924963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6/14/20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47F96-8CB9-4244-AFDE-5AEADBFE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DE0D8-587E-BD42-B08D-77CECC114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322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43562-19F8-F74E-BF1F-D530865A0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9EA68-263C-8848-A9BA-DFAC415C5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84C87-51B2-6245-A700-15FE10D98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80BB5-4254-BD45-A6BF-C48583830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6/14/20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58343A-ECB1-B148-9BE2-1528C11A3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885517-C30C-2F42-B7A7-05A1F4626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08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E54C5-0736-C045-9AF6-044D118BB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828EE-39AF-594C-8A3C-CAF0695AE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6D554-0028-6749-924F-E9FE3F6CA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88A603-66B4-7347-BE9E-B8A65D3793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21FF4F-A241-9B43-9E4F-1FAB003169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2D7100-4610-5F43-855F-373C42319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6/14/20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64A5F6-565D-E540-8DFF-8FEF40372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69A2DD-BC80-3E43-959C-BAB38908E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15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D7EF8-6251-DC45-A4D0-FB72A991F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A66514-BBA6-FA41-8E8D-4D0885700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6/14/20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A476-DA9F-934A-B799-3391C166C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5BEDBE-529C-0C42-A642-8F070DF09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735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5BBE7-9F80-9844-AA2B-E95D48567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6/14/20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CAD539-377C-F048-9893-82F6C7F89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E9711-8EB1-D64A-8A9E-614161F4D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181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7AA6-BBCA-FF41-9395-0BD30C606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1FE49-C128-A745-94CC-EA00878DE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150F28-6123-9F4D-B076-A0F900D0D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98ACA-9322-5E48-AF19-E9E4E7BEC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6/14/20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86CB8-EDA1-E14C-8EBA-EA3555D9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6DC6C-D728-7F42-B3A4-1CC49050C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14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5B11D-EC98-A944-8C9D-953DAC50D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6B2197-466F-DA47-94AC-7FFC0F2AD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598F96-5BB6-3745-80E4-8767FE58F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F2D1E-A33C-0A47-A1E5-28CE75A81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6/14/20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EB2B1-6ED3-A841-883C-695DB4CB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D32DB-B9AB-E246-955A-898D1B43E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3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8EAB-D6F1-674F-BCB2-6CAB8DE4F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A77875-A1AC-EE4F-A71E-D596093BF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04710-EC15-074A-8DBF-F99B367CC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6/14/20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4C547-7E15-4846-97D1-A4D08BED5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4C405-B529-3944-84EC-60D0FAD37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84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727C54-8B14-BD42-9522-89B55B4CF8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5443F6-33FE-8742-B55C-866C47F2B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9F740-B23E-AA4A-BE16-D6357671D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90D3-CA9C-0047-9138-3B4199085A60}" type="datetimeFigureOut">
              <a:rPr lang="en-US" smtClean="0"/>
              <a:t>6/14/20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4381F-8374-3F40-9B5B-955BF39D5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84E8E-486F-F543-BAD0-EC17C29E4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489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BA0329-D571-2046-B671-4122B86B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30004-9931-E648-90D2-F2C1CC314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64191-292E-B84F-A47A-FA17DE94EA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990D3-CA9C-0047-9138-3B4199085A60}" type="datetimeFigureOut">
              <a:rPr lang="en-US" smtClean="0"/>
              <a:t>6/14/20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3B56D-1A05-E844-9A48-3A43295F8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FF4E4-90D7-4140-ABB1-74DAE5BA3D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C690E-51AE-004B-9A45-0A59A537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64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C38F768-35E9-264D-A4FD-57E9B057D185}"/>
              </a:ext>
            </a:extLst>
          </p:cNvPr>
          <p:cNvSpPr/>
          <p:nvPr/>
        </p:nvSpPr>
        <p:spPr>
          <a:xfrm rot="1228732">
            <a:off x="1523868" y="1008993"/>
            <a:ext cx="1786758" cy="4088524"/>
          </a:xfrm>
          <a:prstGeom prst="ellipse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008D6EB-F4C4-6D4A-A9EC-8745BAC0BC54}"/>
              </a:ext>
            </a:extLst>
          </p:cNvPr>
          <p:cNvCxnSpPr>
            <a:cxnSpLocks/>
          </p:cNvCxnSpPr>
          <p:nvPr/>
        </p:nvCxnSpPr>
        <p:spPr>
          <a:xfrm flipH="1" flipV="1">
            <a:off x="451814" y="2175642"/>
            <a:ext cx="1914910" cy="718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6F9E257-0DC2-5240-A43E-B1A935DAD4E3}"/>
              </a:ext>
            </a:extLst>
          </p:cNvPr>
          <p:cNvCxnSpPr>
            <a:cxnSpLocks/>
            <a:endCxn id="4" idx="0"/>
          </p:cNvCxnSpPr>
          <p:nvPr/>
        </p:nvCxnSpPr>
        <p:spPr>
          <a:xfrm flipV="1">
            <a:off x="2343838" y="1138188"/>
            <a:ext cx="788618" cy="17477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F2C7AB-3FF7-614E-872E-75E1E6A2EAE6}"/>
              </a:ext>
            </a:extLst>
          </p:cNvPr>
          <p:cNvCxnSpPr>
            <a:cxnSpLocks/>
          </p:cNvCxnSpPr>
          <p:nvPr/>
        </p:nvCxnSpPr>
        <p:spPr>
          <a:xfrm>
            <a:off x="2343838" y="2894207"/>
            <a:ext cx="872195" cy="6688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6D305EB9-BB26-EC46-B1A7-45F48991DCC0}"/>
              </a:ext>
            </a:extLst>
          </p:cNvPr>
          <p:cNvSpPr/>
          <p:nvPr/>
        </p:nvSpPr>
        <p:spPr>
          <a:xfrm rot="1965019">
            <a:off x="196462" y="2045798"/>
            <a:ext cx="4330262" cy="198645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8864BC7-4DD2-9643-BB01-46EAF76D6AE8}"/>
              </a:ext>
            </a:extLst>
          </p:cNvPr>
          <p:cNvCxnSpPr>
            <a:cxnSpLocks/>
          </p:cNvCxnSpPr>
          <p:nvPr/>
        </p:nvCxnSpPr>
        <p:spPr>
          <a:xfrm flipV="1">
            <a:off x="2343838" y="630622"/>
            <a:ext cx="22886" cy="225533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586AD7A-3815-914B-BAA1-FC640ADEFE1E}"/>
              </a:ext>
            </a:extLst>
          </p:cNvPr>
          <p:cNvCxnSpPr>
            <a:cxnSpLocks/>
          </p:cNvCxnSpPr>
          <p:nvPr/>
        </p:nvCxnSpPr>
        <p:spPr>
          <a:xfrm>
            <a:off x="2343838" y="2894207"/>
            <a:ext cx="2122926" cy="3640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76BE86C-9156-4F44-820A-90506D1D54EE}"/>
              </a:ext>
            </a:extLst>
          </p:cNvPr>
          <p:cNvCxnSpPr>
            <a:cxnSpLocks/>
          </p:cNvCxnSpPr>
          <p:nvPr/>
        </p:nvCxnSpPr>
        <p:spPr>
          <a:xfrm flipH="1">
            <a:off x="1061414" y="2885958"/>
            <a:ext cx="1282424" cy="95403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1F91A7A-4C30-4F47-B861-DC32C20650C5}"/>
                  </a:ext>
                </a:extLst>
              </p:cNvPr>
              <p:cNvSpPr txBox="1"/>
              <p:nvPr/>
            </p:nvSpPr>
            <p:spPr>
              <a:xfrm>
                <a:off x="3226543" y="3187234"/>
                <a:ext cx="48769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1F91A7A-4C30-4F47-B861-DC32C2065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543" y="3187234"/>
                <a:ext cx="487698" cy="492443"/>
              </a:xfrm>
              <a:prstGeom prst="rect">
                <a:avLst/>
              </a:prstGeom>
              <a:blipFill>
                <a:blip r:embed="rId2"/>
                <a:stretch>
                  <a:fillRect l="-10256" t="-20000" r="-5128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9631BC6-AFA4-CD4F-A439-CF9D57326811}"/>
                  </a:ext>
                </a:extLst>
              </p:cNvPr>
              <p:cNvSpPr txBox="1"/>
              <p:nvPr/>
            </p:nvSpPr>
            <p:spPr>
              <a:xfrm>
                <a:off x="3091860" y="606385"/>
                <a:ext cx="49045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9631BC6-AFA4-CD4F-A439-CF9D57326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860" y="606385"/>
                <a:ext cx="490454" cy="492443"/>
              </a:xfrm>
              <a:prstGeom prst="rect">
                <a:avLst/>
              </a:prstGeom>
              <a:blipFill>
                <a:blip r:embed="rId3"/>
                <a:stretch>
                  <a:fillRect l="-15000" t="-23077" r="-5000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EDF3562-770B-1340-9606-8EAE3DC04CDD}"/>
                  </a:ext>
                </a:extLst>
              </p:cNvPr>
              <p:cNvSpPr txBox="1"/>
              <p:nvPr/>
            </p:nvSpPr>
            <p:spPr>
              <a:xfrm>
                <a:off x="54465" y="1811642"/>
                <a:ext cx="46243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EDF3562-770B-1340-9606-8EAE3DC04C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65" y="1811642"/>
                <a:ext cx="462434" cy="492443"/>
              </a:xfrm>
              <a:prstGeom prst="rect">
                <a:avLst/>
              </a:prstGeom>
              <a:blipFill>
                <a:blip r:embed="rId4"/>
                <a:stretch>
                  <a:fillRect l="-7895" t="-20513" r="-2632"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96E6B86-C7C2-D844-A2D9-7FCBE7858694}"/>
              </a:ext>
            </a:extLst>
          </p:cNvPr>
          <p:cNvCxnSpPr>
            <a:cxnSpLocks/>
          </p:cNvCxnSpPr>
          <p:nvPr/>
        </p:nvCxnSpPr>
        <p:spPr>
          <a:xfrm>
            <a:off x="2067429" y="1811642"/>
            <a:ext cx="669486" cy="25317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Arc 42">
            <a:extLst>
              <a:ext uri="{FF2B5EF4-FFF2-40B4-BE49-F238E27FC236}">
                <a16:creationId xmlns:a16="http://schemas.microsoft.com/office/drawing/2014/main" id="{1AAD34BA-0BD7-384B-9ECF-8A40C5A1F839}"/>
              </a:ext>
            </a:extLst>
          </p:cNvPr>
          <p:cNvSpPr/>
          <p:nvPr/>
        </p:nvSpPr>
        <p:spPr>
          <a:xfrm rot="4319719">
            <a:off x="1603334" y="2775448"/>
            <a:ext cx="1207477" cy="1241277"/>
          </a:xfrm>
          <a:prstGeom prst="arc">
            <a:avLst>
              <a:gd name="adj1" fmla="val 16595626"/>
              <a:gd name="adj2" fmla="val 20161367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47BE3EF0-D17A-E340-ACB9-979FFE42C86C}"/>
              </a:ext>
            </a:extLst>
          </p:cNvPr>
          <p:cNvSpPr/>
          <p:nvPr/>
        </p:nvSpPr>
        <p:spPr>
          <a:xfrm rot="735903">
            <a:off x="1038527" y="1810357"/>
            <a:ext cx="391685" cy="1152968"/>
          </a:xfrm>
          <a:prstGeom prst="arc">
            <a:avLst>
              <a:gd name="adj1" fmla="val 16200000"/>
              <a:gd name="adj2" fmla="val 7715555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AE7A9B9-BA72-6442-8AB5-8A45F0F1B5FB}"/>
                  </a:ext>
                </a:extLst>
              </p:cNvPr>
              <p:cNvSpPr txBox="1"/>
              <p:nvPr/>
            </p:nvSpPr>
            <p:spPr>
              <a:xfrm>
                <a:off x="667380" y="2596770"/>
                <a:ext cx="3522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AE7A9B9-BA72-6442-8AB5-8A45F0F1B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80" y="2596770"/>
                <a:ext cx="352276" cy="492443"/>
              </a:xfrm>
              <a:prstGeom prst="rect">
                <a:avLst/>
              </a:prstGeom>
              <a:blipFill>
                <a:blip r:embed="rId5"/>
                <a:stretch>
                  <a:fillRect l="-14286" r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D1200E0-1F9E-A64E-9CB7-01767FCE0525}"/>
                  </a:ext>
                </a:extLst>
              </p:cNvPr>
              <p:cNvSpPr txBox="1"/>
              <p:nvPr/>
            </p:nvSpPr>
            <p:spPr>
              <a:xfrm>
                <a:off x="2685355" y="3523551"/>
                <a:ext cx="3522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D1200E0-1F9E-A64E-9CB7-01767FCE0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5355" y="3523551"/>
                <a:ext cx="352276" cy="492443"/>
              </a:xfrm>
              <a:prstGeom prst="rect">
                <a:avLst/>
              </a:prstGeom>
              <a:blipFill>
                <a:blip r:embed="rId6"/>
                <a:stretch>
                  <a:fillRect l="-10345" r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0B0FA38-905F-694D-92E3-BB580A25B229}"/>
              </a:ext>
            </a:extLst>
          </p:cNvPr>
          <p:cNvCxnSpPr>
            <a:cxnSpLocks/>
          </p:cNvCxnSpPr>
          <p:nvPr/>
        </p:nvCxnSpPr>
        <p:spPr>
          <a:xfrm flipV="1">
            <a:off x="-35227" y="2872948"/>
            <a:ext cx="9823429" cy="34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6CA9C5F-9E2B-AC42-A1C7-55AD80C5D422}"/>
                  </a:ext>
                </a:extLst>
              </p:cNvPr>
              <p:cNvSpPr txBox="1"/>
              <p:nvPr/>
            </p:nvSpPr>
            <p:spPr>
              <a:xfrm>
                <a:off x="750561" y="3737571"/>
                <a:ext cx="46352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6CA9C5F-9E2B-AC42-A1C7-55AD80C5D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61" y="3737571"/>
                <a:ext cx="463525" cy="492443"/>
              </a:xfrm>
              <a:prstGeom prst="rect">
                <a:avLst/>
              </a:prstGeom>
              <a:blipFill>
                <a:blip r:embed="rId7"/>
                <a:stretch>
                  <a:fillRect l="-10526" t="-17500" r="-2632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7733693-247E-1644-BAB7-8CCEF0312A90}"/>
                  </a:ext>
                </a:extLst>
              </p:cNvPr>
              <p:cNvSpPr txBox="1"/>
              <p:nvPr/>
            </p:nvSpPr>
            <p:spPr>
              <a:xfrm>
                <a:off x="3998571" y="2674412"/>
                <a:ext cx="46628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7733693-247E-1644-BAB7-8CCEF0312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8571" y="2674412"/>
                <a:ext cx="466281" cy="492443"/>
              </a:xfrm>
              <a:prstGeom prst="rect">
                <a:avLst/>
              </a:prstGeom>
              <a:blipFill>
                <a:blip r:embed="rId8"/>
                <a:stretch>
                  <a:fillRect l="-18421" t="-20513" r="-263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89F5E54-61FA-2349-8CEC-F5CDFF69174A}"/>
                  </a:ext>
                </a:extLst>
              </p:cNvPr>
              <p:cNvSpPr txBox="1"/>
              <p:nvPr/>
            </p:nvSpPr>
            <p:spPr>
              <a:xfrm>
                <a:off x="2185484" y="161376"/>
                <a:ext cx="43826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89F5E54-61FA-2349-8CEC-F5CDFF691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5484" y="161376"/>
                <a:ext cx="438262" cy="492443"/>
              </a:xfrm>
              <a:prstGeom prst="rect">
                <a:avLst/>
              </a:prstGeom>
              <a:blipFill>
                <a:blip r:embed="rId9"/>
                <a:stretch>
                  <a:fillRect l="-8333" t="-20513" r="-2778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AB8DC7D-C475-4A4C-994E-CE9C761C5730}"/>
              </a:ext>
            </a:extLst>
          </p:cNvPr>
          <p:cNvCxnSpPr>
            <a:cxnSpLocks/>
          </p:cNvCxnSpPr>
          <p:nvPr/>
        </p:nvCxnSpPr>
        <p:spPr>
          <a:xfrm flipV="1">
            <a:off x="2366724" y="1332219"/>
            <a:ext cx="999967" cy="1553559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F18F81D-30E2-4B46-B0D4-20990452D334}"/>
              </a:ext>
            </a:extLst>
          </p:cNvPr>
          <p:cNvCxnSpPr/>
          <p:nvPr/>
        </p:nvCxnSpPr>
        <p:spPr>
          <a:xfrm>
            <a:off x="2486390" y="2708275"/>
            <a:ext cx="184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A5C87D4-EF41-1E4C-AFCA-EEB13A7BFC50}"/>
              </a:ext>
            </a:extLst>
          </p:cNvPr>
          <p:cNvCxnSpPr/>
          <p:nvPr/>
        </p:nvCxnSpPr>
        <p:spPr>
          <a:xfrm flipH="1">
            <a:off x="2553065" y="2711450"/>
            <a:ext cx="117475" cy="18275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053F8124-D6CB-4D49-845B-FA8E90F197FD}"/>
              </a:ext>
            </a:extLst>
          </p:cNvPr>
          <p:cNvSpPr/>
          <p:nvPr/>
        </p:nvSpPr>
        <p:spPr>
          <a:xfrm rot="1965019">
            <a:off x="4135533" y="2045798"/>
            <a:ext cx="4330262" cy="198645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404FE15-5211-184D-B565-AB8166E529DE}"/>
              </a:ext>
            </a:extLst>
          </p:cNvPr>
          <p:cNvCxnSpPr>
            <a:cxnSpLocks/>
          </p:cNvCxnSpPr>
          <p:nvPr/>
        </p:nvCxnSpPr>
        <p:spPr>
          <a:xfrm flipV="1">
            <a:off x="6342869" y="1351125"/>
            <a:ext cx="1061463" cy="15348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21FC372-9BAA-BA4C-BE0C-140379D4DFFF}"/>
              </a:ext>
            </a:extLst>
          </p:cNvPr>
          <p:cNvCxnSpPr>
            <a:cxnSpLocks/>
          </p:cNvCxnSpPr>
          <p:nvPr/>
        </p:nvCxnSpPr>
        <p:spPr>
          <a:xfrm>
            <a:off x="6342869" y="2894207"/>
            <a:ext cx="413305" cy="14622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A010244-D734-2546-979B-46FFAC1B1270}"/>
              </a:ext>
            </a:extLst>
          </p:cNvPr>
          <p:cNvCxnSpPr>
            <a:cxnSpLocks/>
          </p:cNvCxnSpPr>
          <p:nvPr/>
        </p:nvCxnSpPr>
        <p:spPr>
          <a:xfrm flipV="1">
            <a:off x="6342869" y="630622"/>
            <a:ext cx="22886" cy="225533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C9A9A822-8F03-2C46-B9B9-DDA41C3714BE}"/>
              </a:ext>
            </a:extLst>
          </p:cNvPr>
          <p:cNvCxnSpPr>
            <a:cxnSpLocks/>
          </p:cNvCxnSpPr>
          <p:nvPr/>
        </p:nvCxnSpPr>
        <p:spPr>
          <a:xfrm>
            <a:off x="6342869" y="2894207"/>
            <a:ext cx="2122926" cy="3640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1B82B82-DC86-8C45-858B-38B29ECC6FD4}"/>
              </a:ext>
            </a:extLst>
          </p:cNvPr>
          <p:cNvCxnSpPr>
            <a:cxnSpLocks/>
          </p:cNvCxnSpPr>
          <p:nvPr/>
        </p:nvCxnSpPr>
        <p:spPr>
          <a:xfrm flipH="1">
            <a:off x="5060445" y="2885958"/>
            <a:ext cx="1282424" cy="95403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2BD1740-7D8E-F349-8370-5B12DCCE944A}"/>
                  </a:ext>
                </a:extLst>
              </p:cNvPr>
              <p:cNvSpPr txBox="1"/>
              <p:nvPr/>
            </p:nvSpPr>
            <p:spPr>
              <a:xfrm>
                <a:off x="6622777" y="4352084"/>
                <a:ext cx="497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2BD1740-7D8E-F349-8370-5B12DCCE9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2777" y="4352084"/>
                <a:ext cx="497187" cy="492443"/>
              </a:xfrm>
              <a:prstGeom prst="rect">
                <a:avLst/>
              </a:prstGeom>
              <a:blipFill>
                <a:blip r:embed="rId10"/>
                <a:stretch>
                  <a:fillRect l="-9756" t="-20513" r="-2439"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7680DA6E-BCD3-2A45-BE13-47EFBAB40BAE}"/>
                  </a:ext>
                </a:extLst>
              </p:cNvPr>
              <p:cNvSpPr txBox="1"/>
              <p:nvPr/>
            </p:nvSpPr>
            <p:spPr>
              <a:xfrm>
                <a:off x="7436236" y="1022029"/>
                <a:ext cx="49994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7680DA6E-BCD3-2A45-BE13-47EFBAB40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6236" y="1022029"/>
                <a:ext cx="499945" cy="492443"/>
              </a:xfrm>
              <a:prstGeom prst="rect">
                <a:avLst/>
              </a:prstGeom>
              <a:blipFill>
                <a:blip r:embed="rId11"/>
                <a:stretch>
                  <a:fillRect l="-20000" t="-17500" r="-2500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911D9BAA-C065-3044-91D8-8EBE0A6FBB73}"/>
                  </a:ext>
                </a:extLst>
              </p:cNvPr>
              <p:cNvSpPr txBox="1"/>
              <p:nvPr/>
            </p:nvSpPr>
            <p:spPr>
              <a:xfrm>
                <a:off x="4053496" y="1811642"/>
                <a:ext cx="47192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911D9BAA-C065-3044-91D8-8EBE0A6FB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496" y="1811642"/>
                <a:ext cx="471924" cy="492443"/>
              </a:xfrm>
              <a:prstGeom prst="rect">
                <a:avLst/>
              </a:prstGeom>
              <a:blipFill>
                <a:blip r:embed="rId12"/>
                <a:stretch>
                  <a:fillRect l="-7895" t="-20513" r="-5263"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7232EB9-CE22-7B48-8D51-0AAB22963828}"/>
              </a:ext>
            </a:extLst>
          </p:cNvPr>
          <p:cNvCxnSpPr>
            <a:cxnSpLocks/>
          </p:cNvCxnSpPr>
          <p:nvPr/>
        </p:nvCxnSpPr>
        <p:spPr>
          <a:xfrm>
            <a:off x="6066460" y="1811642"/>
            <a:ext cx="669486" cy="25317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Arc 97">
            <a:extLst>
              <a:ext uri="{FF2B5EF4-FFF2-40B4-BE49-F238E27FC236}">
                <a16:creationId xmlns:a16="http://schemas.microsoft.com/office/drawing/2014/main" id="{AD0D2E06-98DE-5345-B00C-8E2E038B6F27}"/>
              </a:ext>
            </a:extLst>
          </p:cNvPr>
          <p:cNvSpPr/>
          <p:nvPr/>
        </p:nvSpPr>
        <p:spPr>
          <a:xfrm rot="7462673">
            <a:off x="6818474" y="1333901"/>
            <a:ext cx="391685" cy="1152968"/>
          </a:xfrm>
          <a:prstGeom prst="arc">
            <a:avLst>
              <a:gd name="adj1" fmla="val 16200000"/>
              <a:gd name="adj2" fmla="val 7715555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3AF3A227-9D34-AC4C-B707-855B70D41E64}"/>
                  </a:ext>
                </a:extLst>
              </p:cNvPr>
              <p:cNvSpPr txBox="1"/>
              <p:nvPr/>
            </p:nvSpPr>
            <p:spPr>
              <a:xfrm>
                <a:off x="6753209" y="1080060"/>
                <a:ext cx="35387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3AF3A227-9D34-AC4C-B707-855B70D41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3209" y="1080060"/>
                <a:ext cx="353878" cy="492443"/>
              </a:xfrm>
              <a:prstGeom prst="rect">
                <a:avLst/>
              </a:prstGeom>
              <a:blipFill>
                <a:blip r:embed="rId13"/>
                <a:stretch>
                  <a:fillRect l="-37931" r="-31034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8D77F084-F475-0A49-B89E-1D5BED18AF6B}"/>
                  </a:ext>
                </a:extLst>
              </p:cNvPr>
              <p:cNvSpPr txBox="1"/>
              <p:nvPr/>
            </p:nvSpPr>
            <p:spPr>
              <a:xfrm>
                <a:off x="4749592" y="3737571"/>
                <a:ext cx="46352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8D77F084-F475-0A49-B89E-1D5BED18A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592" y="3737571"/>
                <a:ext cx="463525" cy="492443"/>
              </a:xfrm>
              <a:prstGeom prst="rect">
                <a:avLst/>
              </a:prstGeom>
              <a:blipFill>
                <a:blip r:embed="rId14"/>
                <a:stretch>
                  <a:fillRect l="-10811" t="-17500" r="-5405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80CB0AE-6311-0640-8CC7-2AF312B6B6BB}"/>
                  </a:ext>
                </a:extLst>
              </p:cNvPr>
              <p:cNvSpPr txBox="1"/>
              <p:nvPr/>
            </p:nvSpPr>
            <p:spPr>
              <a:xfrm>
                <a:off x="7997602" y="2674412"/>
                <a:ext cx="46628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80CB0AE-6311-0640-8CC7-2AF312B6B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7602" y="2674412"/>
                <a:ext cx="466281" cy="492443"/>
              </a:xfrm>
              <a:prstGeom prst="rect">
                <a:avLst/>
              </a:prstGeom>
              <a:blipFill>
                <a:blip r:embed="rId15"/>
                <a:stretch>
                  <a:fillRect l="-18919" t="-20513" r="-5405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41D66CF-F097-184D-BC25-CA710D7F822B}"/>
                  </a:ext>
                </a:extLst>
              </p:cNvPr>
              <p:cNvSpPr txBox="1"/>
              <p:nvPr/>
            </p:nvSpPr>
            <p:spPr>
              <a:xfrm>
                <a:off x="6184515" y="161376"/>
                <a:ext cx="43826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41D66CF-F097-184D-BC25-CA710D7F8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515" y="161376"/>
                <a:ext cx="438262" cy="492443"/>
              </a:xfrm>
              <a:prstGeom prst="rect">
                <a:avLst/>
              </a:prstGeom>
              <a:blipFill>
                <a:blip r:embed="rId16"/>
                <a:stretch>
                  <a:fillRect l="-11429" t="-20513" r="-5714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DDC8A4DF-9850-7642-A1EC-C8B5367D98BA}"/>
              </a:ext>
            </a:extLst>
          </p:cNvPr>
          <p:cNvCxnSpPr>
            <a:cxnSpLocks/>
          </p:cNvCxnSpPr>
          <p:nvPr/>
        </p:nvCxnSpPr>
        <p:spPr>
          <a:xfrm flipV="1">
            <a:off x="6365755" y="1332219"/>
            <a:ext cx="999967" cy="155355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7AB3F87C-7CFA-654E-BEBD-85D0CE908D78}"/>
              </a:ext>
            </a:extLst>
          </p:cNvPr>
          <p:cNvCxnSpPr/>
          <p:nvPr/>
        </p:nvCxnSpPr>
        <p:spPr>
          <a:xfrm>
            <a:off x="6485421" y="2708275"/>
            <a:ext cx="184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4C8ED5E1-1CCC-9446-B6AA-DBE82B67ECB6}"/>
              </a:ext>
            </a:extLst>
          </p:cNvPr>
          <p:cNvCxnSpPr/>
          <p:nvPr/>
        </p:nvCxnSpPr>
        <p:spPr>
          <a:xfrm flipH="1">
            <a:off x="6552096" y="2711450"/>
            <a:ext cx="117475" cy="18275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7E53E399-F46F-B346-AAD9-82223BA1E645}"/>
                  </a:ext>
                </a:extLst>
              </p:cNvPr>
              <p:cNvSpPr txBox="1"/>
              <p:nvPr/>
            </p:nvSpPr>
            <p:spPr>
              <a:xfrm>
                <a:off x="6022952" y="3150090"/>
                <a:ext cx="35387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7E53E399-F46F-B346-AAD9-82223BA1E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952" y="3150090"/>
                <a:ext cx="353878" cy="492443"/>
              </a:xfrm>
              <a:prstGeom prst="rect">
                <a:avLst/>
              </a:prstGeom>
              <a:blipFill>
                <a:blip r:embed="rId17"/>
                <a:stretch>
                  <a:fillRect l="-34483" r="-34483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Arc 58">
            <a:extLst>
              <a:ext uri="{FF2B5EF4-FFF2-40B4-BE49-F238E27FC236}">
                <a16:creationId xmlns:a16="http://schemas.microsoft.com/office/drawing/2014/main" id="{D21EC085-A84F-A34C-9724-F50C565283D1}"/>
              </a:ext>
            </a:extLst>
          </p:cNvPr>
          <p:cNvSpPr/>
          <p:nvPr/>
        </p:nvSpPr>
        <p:spPr>
          <a:xfrm rot="11263178">
            <a:off x="5620935" y="2471780"/>
            <a:ext cx="2092675" cy="1465457"/>
          </a:xfrm>
          <a:prstGeom prst="arc">
            <a:avLst>
              <a:gd name="adj1" fmla="val 16034888"/>
              <a:gd name="adj2" fmla="val 20522464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D19DD58A-94C4-F64E-8DBA-2470326487D1}"/>
              </a:ext>
            </a:extLst>
          </p:cNvPr>
          <p:cNvSpPr/>
          <p:nvPr/>
        </p:nvSpPr>
        <p:spPr>
          <a:xfrm rot="20444948">
            <a:off x="8711282" y="635246"/>
            <a:ext cx="3253804" cy="4710672"/>
          </a:xfrm>
          <a:prstGeom prst="ellipse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9431219-DCF6-AB48-9F12-FD0560195AE3}"/>
              </a:ext>
            </a:extLst>
          </p:cNvPr>
          <p:cNvCxnSpPr>
            <a:cxnSpLocks/>
          </p:cNvCxnSpPr>
          <p:nvPr/>
        </p:nvCxnSpPr>
        <p:spPr>
          <a:xfrm flipH="1" flipV="1">
            <a:off x="8894809" y="1336102"/>
            <a:ext cx="1251558" cy="15477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1F44C42-AE5E-5A4D-9386-8EEE2DBF3AC2}"/>
              </a:ext>
            </a:extLst>
          </p:cNvPr>
          <p:cNvCxnSpPr>
            <a:cxnSpLocks/>
          </p:cNvCxnSpPr>
          <p:nvPr/>
        </p:nvCxnSpPr>
        <p:spPr>
          <a:xfrm flipV="1">
            <a:off x="10123481" y="1383895"/>
            <a:ext cx="1140211" cy="1491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C2C0FE74-463A-1641-9D40-D252F4F2FCB7}"/>
              </a:ext>
            </a:extLst>
          </p:cNvPr>
          <p:cNvCxnSpPr>
            <a:cxnSpLocks/>
          </p:cNvCxnSpPr>
          <p:nvPr/>
        </p:nvCxnSpPr>
        <p:spPr>
          <a:xfrm flipV="1">
            <a:off x="10123481" y="711305"/>
            <a:ext cx="12399" cy="216428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1ED2DE14-7D6F-2C45-B4D2-E24C76F01EC8}"/>
              </a:ext>
            </a:extLst>
          </p:cNvPr>
          <p:cNvCxnSpPr>
            <a:cxnSpLocks/>
          </p:cNvCxnSpPr>
          <p:nvPr/>
        </p:nvCxnSpPr>
        <p:spPr>
          <a:xfrm>
            <a:off x="10123481" y="2883841"/>
            <a:ext cx="1967807" cy="37436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5F1F712D-4413-324D-949A-128F4EF2C482}"/>
              </a:ext>
            </a:extLst>
          </p:cNvPr>
          <p:cNvCxnSpPr>
            <a:cxnSpLocks/>
          </p:cNvCxnSpPr>
          <p:nvPr/>
        </p:nvCxnSpPr>
        <p:spPr>
          <a:xfrm flipH="1">
            <a:off x="8841057" y="2875592"/>
            <a:ext cx="1282424" cy="95403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16A39250-F939-6B4D-9FFA-7AAF872F9D6B}"/>
                  </a:ext>
                </a:extLst>
              </p:cNvPr>
              <p:cNvSpPr txBox="1"/>
              <p:nvPr/>
            </p:nvSpPr>
            <p:spPr>
              <a:xfrm>
                <a:off x="9193566" y="3426548"/>
                <a:ext cx="497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16A39250-F939-6B4D-9FFA-7AAF872F9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3566" y="3426548"/>
                <a:ext cx="497187" cy="492443"/>
              </a:xfrm>
              <a:prstGeom prst="rect">
                <a:avLst/>
              </a:prstGeom>
              <a:blipFill>
                <a:blip r:embed="rId18"/>
                <a:stretch>
                  <a:fillRect l="-10000" t="-20000" r="-500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FDF359D6-D736-9945-995D-1E1B3A6D05C0}"/>
                  </a:ext>
                </a:extLst>
              </p:cNvPr>
              <p:cNvSpPr txBox="1"/>
              <p:nvPr/>
            </p:nvSpPr>
            <p:spPr>
              <a:xfrm>
                <a:off x="11241888" y="883205"/>
                <a:ext cx="49994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FDF359D6-D736-9945-995D-1E1B3A6D0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1888" y="883205"/>
                <a:ext cx="499945" cy="492443"/>
              </a:xfrm>
              <a:prstGeom prst="rect">
                <a:avLst/>
              </a:prstGeom>
              <a:blipFill>
                <a:blip r:embed="rId19"/>
                <a:stretch>
                  <a:fillRect l="-17073" t="-20513" r="-2439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AD28BB0B-04B8-8744-A691-323BD60D2008}"/>
                  </a:ext>
                </a:extLst>
              </p:cNvPr>
              <p:cNvSpPr txBox="1"/>
              <p:nvPr/>
            </p:nvSpPr>
            <p:spPr>
              <a:xfrm>
                <a:off x="8508495" y="775807"/>
                <a:ext cx="47192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AD28BB0B-04B8-8744-A691-323BD60D2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8495" y="775807"/>
                <a:ext cx="471924" cy="492443"/>
              </a:xfrm>
              <a:prstGeom prst="rect">
                <a:avLst/>
              </a:prstGeom>
              <a:blipFill>
                <a:blip r:embed="rId20"/>
                <a:stretch>
                  <a:fillRect l="-7895" t="-20000" r="-5263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E384428-1892-A94B-A0A1-2B99C5215AA5}"/>
                  </a:ext>
                </a:extLst>
              </p:cNvPr>
              <p:cNvSpPr txBox="1"/>
              <p:nvPr/>
            </p:nvSpPr>
            <p:spPr>
              <a:xfrm>
                <a:off x="8530204" y="3727205"/>
                <a:ext cx="46352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E384428-1892-A94B-A0A1-2B99C5215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204" y="3727205"/>
                <a:ext cx="463525" cy="492443"/>
              </a:xfrm>
              <a:prstGeom prst="rect">
                <a:avLst/>
              </a:prstGeom>
              <a:blipFill>
                <a:blip r:embed="rId21"/>
                <a:stretch>
                  <a:fillRect l="-13889" t="-17500" r="-2778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A888705F-6D1C-794D-A2C1-539913B3085A}"/>
                  </a:ext>
                </a:extLst>
              </p:cNvPr>
              <p:cNvSpPr txBox="1"/>
              <p:nvPr/>
            </p:nvSpPr>
            <p:spPr>
              <a:xfrm>
                <a:off x="11778214" y="2664046"/>
                <a:ext cx="46628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A888705F-6D1C-794D-A2C1-539913B30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8214" y="2664046"/>
                <a:ext cx="466281" cy="492443"/>
              </a:xfrm>
              <a:prstGeom prst="rect">
                <a:avLst/>
              </a:prstGeom>
              <a:blipFill>
                <a:blip r:embed="rId22"/>
                <a:stretch>
                  <a:fillRect l="-15789" t="-20000" r="-5263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9E54523A-348D-6C4D-B05F-F1BA48D2AA5F}"/>
                  </a:ext>
                </a:extLst>
              </p:cNvPr>
              <p:cNvSpPr txBox="1"/>
              <p:nvPr/>
            </p:nvSpPr>
            <p:spPr>
              <a:xfrm>
                <a:off x="9965127" y="151010"/>
                <a:ext cx="43826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9E54523A-348D-6C4D-B05F-F1BA48D2A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5127" y="151010"/>
                <a:ext cx="438262" cy="492443"/>
              </a:xfrm>
              <a:prstGeom prst="rect">
                <a:avLst/>
              </a:prstGeom>
              <a:blipFill>
                <a:blip r:embed="rId23"/>
                <a:stretch>
                  <a:fillRect l="-11429" t="-23077" r="-5714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4430659E-72ED-AA4A-9C26-B6986AD27F4C}"/>
                  </a:ext>
                </a:extLst>
              </p:cNvPr>
              <p:cNvSpPr txBox="1"/>
              <p:nvPr/>
            </p:nvSpPr>
            <p:spPr>
              <a:xfrm>
                <a:off x="9337105" y="2654011"/>
                <a:ext cx="32040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4430659E-72ED-AA4A-9C26-B6986AD27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7105" y="2654011"/>
                <a:ext cx="320409" cy="492443"/>
              </a:xfrm>
              <a:prstGeom prst="rect">
                <a:avLst/>
              </a:prstGeom>
              <a:blipFill>
                <a:blip r:embed="rId24"/>
                <a:stretch>
                  <a:fillRect l="-23077" r="-23077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28CB96D9-6188-574D-AC48-B112225E3C43}"/>
              </a:ext>
            </a:extLst>
          </p:cNvPr>
          <p:cNvCxnSpPr>
            <a:cxnSpLocks/>
          </p:cNvCxnSpPr>
          <p:nvPr/>
        </p:nvCxnSpPr>
        <p:spPr>
          <a:xfrm>
            <a:off x="9883775" y="3089213"/>
            <a:ext cx="300483" cy="375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FBA94477-AC53-274D-BCC4-83F820EE7352}"/>
              </a:ext>
            </a:extLst>
          </p:cNvPr>
          <p:cNvCxnSpPr>
            <a:cxnSpLocks/>
          </p:cNvCxnSpPr>
          <p:nvPr/>
        </p:nvCxnSpPr>
        <p:spPr>
          <a:xfrm flipH="1">
            <a:off x="10184259" y="2947526"/>
            <a:ext cx="219130" cy="180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Arc 121">
            <a:extLst>
              <a:ext uri="{FF2B5EF4-FFF2-40B4-BE49-F238E27FC236}">
                <a16:creationId xmlns:a16="http://schemas.microsoft.com/office/drawing/2014/main" id="{F77D89AF-3145-D942-8628-AD989976FE40}"/>
              </a:ext>
            </a:extLst>
          </p:cNvPr>
          <p:cNvSpPr/>
          <p:nvPr/>
        </p:nvSpPr>
        <p:spPr>
          <a:xfrm rot="7462673">
            <a:off x="9546265" y="3013093"/>
            <a:ext cx="301997" cy="419741"/>
          </a:xfrm>
          <a:prstGeom prst="arc">
            <a:avLst>
              <a:gd name="adj1" fmla="val 17665238"/>
              <a:gd name="adj2" fmla="val 8585079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85799457-6AA3-264E-B988-4BADDC4CC9C5}"/>
              </a:ext>
            </a:extLst>
          </p:cNvPr>
          <p:cNvCxnSpPr>
            <a:cxnSpLocks/>
          </p:cNvCxnSpPr>
          <p:nvPr/>
        </p:nvCxnSpPr>
        <p:spPr>
          <a:xfrm flipH="1">
            <a:off x="9349385" y="2883841"/>
            <a:ext cx="774097" cy="5737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Arc 140">
            <a:extLst>
              <a:ext uri="{FF2B5EF4-FFF2-40B4-BE49-F238E27FC236}">
                <a16:creationId xmlns:a16="http://schemas.microsoft.com/office/drawing/2014/main" id="{A6D23DE5-6232-E749-9D86-CCD643EE598B}"/>
              </a:ext>
            </a:extLst>
          </p:cNvPr>
          <p:cNvSpPr/>
          <p:nvPr/>
        </p:nvSpPr>
        <p:spPr>
          <a:xfrm rot="18055578">
            <a:off x="8914975" y="1611450"/>
            <a:ext cx="2092675" cy="1465457"/>
          </a:xfrm>
          <a:prstGeom prst="arc">
            <a:avLst>
              <a:gd name="adj1" fmla="val 16469966"/>
              <a:gd name="adj2" fmla="val 20309081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29752D39-4A17-B84A-B482-8C901FEF773F}"/>
                  </a:ext>
                </a:extLst>
              </p:cNvPr>
              <p:cNvSpPr txBox="1"/>
              <p:nvPr/>
            </p:nvSpPr>
            <p:spPr>
              <a:xfrm>
                <a:off x="9663757" y="1501702"/>
                <a:ext cx="32040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29752D39-4A17-B84A-B482-8C901FEF7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3757" y="1501702"/>
                <a:ext cx="320409" cy="492443"/>
              </a:xfrm>
              <a:prstGeom prst="rect">
                <a:avLst/>
              </a:prstGeom>
              <a:blipFill>
                <a:blip r:embed="rId25"/>
                <a:stretch>
                  <a:fillRect l="-23077" r="-23077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Oval 84">
            <a:extLst>
              <a:ext uri="{FF2B5EF4-FFF2-40B4-BE49-F238E27FC236}">
                <a16:creationId xmlns:a16="http://schemas.microsoft.com/office/drawing/2014/main" id="{BEE9ADB6-B259-6F45-9760-6F281E8A921E}"/>
              </a:ext>
            </a:extLst>
          </p:cNvPr>
          <p:cNvSpPr/>
          <p:nvPr/>
        </p:nvSpPr>
        <p:spPr>
          <a:xfrm rot="1228732">
            <a:off x="5522899" y="1008993"/>
            <a:ext cx="1786758" cy="4088524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BEB1B10-8769-FE41-A405-719CA7F508AE}"/>
              </a:ext>
            </a:extLst>
          </p:cNvPr>
          <p:cNvCxnSpPr>
            <a:cxnSpLocks/>
          </p:cNvCxnSpPr>
          <p:nvPr/>
        </p:nvCxnSpPr>
        <p:spPr>
          <a:xfrm flipH="1" flipV="1">
            <a:off x="4429329" y="2164892"/>
            <a:ext cx="1914910" cy="718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Oval 142">
            <a:extLst>
              <a:ext uri="{FF2B5EF4-FFF2-40B4-BE49-F238E27FC236}">
                <a16:creationId xmlns:a16="http://schemas.microsoft.com/office/drawing/2014/main" id="{217D2837-DD25-A648-ACC2-12D16BA6D195}"/>
              </a:ext>
            </a:extLst>
          </p:cNvPr>
          <p:cNvSpPr/>
          <p:nvPr/>
        </p:nvSpPr>
        <p:spPr>
          <a:xfrm rot="1965019">
            <a:off x="7990275" y="1789209"/>
            <a:ext cx="4330262" cy="198645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3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24</Words>
  <Application>Microsoft Macintosh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8</cp:revision>
  <dcterms:created xsi:type="dcterms:W3CDTF">2020-06-14T13:06:36Z</dcterms:created>
  <dcterms:modified xsi:type="dcterms:W3CDTF">2020-06-14T14:07:23Z</dcterms:modified>
</cp:coreProperties>
</file>