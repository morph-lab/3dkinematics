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 snapToObjects="1">
      <p:cViewPr varScale="1">
        <p:scale>
          <a:sx n="116" d="100"/>
          <a:sy n="116" d="100"/>
        </p:scale>
        <p:origin x="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4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4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5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8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8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3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1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7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485-2EE5-9B46-8E58-FA14EB4E4C28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99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Arrow Connector 52"/>
          <p:cNvCxnSpPr/>
          <p:nvPr/>
        </p:nvCxnSpPr>
        <p:spPr>
          <a:xfrm flipV="1">
            <a:off x="2900433" y="4208667"/>
            <a:ext cx="4491789" cy="320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2889057" y="989496"/>
            <a:ext cx="29244" cy="32512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191306" y="4272802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306" y="4272802"/>
                <a:ext cx="665747" cy="369332"/>
              </a:xfrm>
              <a:prstGeom prst="rect">
                <a:avLst/>
              </a:prstGeom>
              <a:blipFill>
                <a:blip r:embed="rId2"/>
                <a:stretch>
                  <a:fillRect t="-1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/>
          <p:cNvCxnSpPr/>
          <p:nvPr/>
        </p:nvCxnSpPr>
        <p:spPr>
          <a:xfrm flipV="1">
            <a:off x="2941313" y="3189949"/>
            <a:ext cx="4283320" cy="102815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c 59"/>
          <p:cNvSpPr/>
          <p:nvPr/>
        </p:nvSpPr>
        <p:spPr>
          <a:xfrm rot="1774276">
            <a:off x="3719868" y="3562962"/>
            <a:ext cx="1024253" cy="956078"/>
          </a:xfrm>
          <a:prstGeom prst="arc">
            <a:avLst>
              <a:gd name="adj1" fmla="val 18229023"/>
              <a:gd name="adj2" fmla="val 2099343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4321570" y="3871420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570" y="3871420"/>
                <a:ext cx="251094" cy="369332"/>
              </a:xfrm>
              <a:prstGeom prst="rect">
                <a:avLst/>
              </a:prstGeom>
              <a:blipFill>
                <a:blip r:embed="rId3"/>
                <a:stretch>
                  <a:fillRect l="-25000" r="-25000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 flipH="1" flipV="1">
            <a:off x="1829512" y="1189038"/>
            <a:ext cx="1053908" cy="300810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605053" y="3034018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53" y="3034018"/>
                <a:ext cx="251094" cy="369332"/>
              </a:xfrm>
              <a:prstGeom prst="rect">
                <a:avLst/>
              </a:prstGeom>
              <a:blipFill>
                <a:blip r:embed="rId4"/>
                <a:stretch>
                  <a:fillRect l="-22727" r="-18182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Arc 65"/>
          <p:cNvSpPr/>
          <p:nvPr/>
        </p:nvSpPr>
        <p:spPr>
          <a:xfrm rot="264603">
            <a:off x="2253421" y="2747073"/>
            <a:ext cx="1024253" cy="956078"/>
          </a:xfrm>
          <a:prstGeom prst="arc">
            <a:avLst>
              <a:gd name="adj1" fmla="val 13220660"/>
              <a:gd name="adj2" fmla="val 1729799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094363" y="2917415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63" y="2917415"/>
                <a:ext cx="665747" cy="369332"/>
              </a:xfrm>
              <a:prstGeom prst="rect">
                <a:avLst/>
              </a:prstGeom>
              <a:blipFill>
                <a:blip r:embed="rId5"/>
                <a:stretch>
                  <a:fillRect t="-1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311681" y="879682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681" y="879682"/>
                <a:ext cx="665747" cy="369332"/>
              </a:xfrm>
              <a:prstGeom prst="rect">
                <a:avLst/>
              </a:prstGeom>
              <a:blipFill>
                <a:blip r:embed="rId6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/>
          <p:cNvCxnSpPr/>
          <p:nvPr/>
        </p:nvCxnSpPr>
        <p:spPr>
          <a:xfrm flipH="1">
            <a:off x="5779990" y="1650415"/>
            <a:ext cx="1" cy="255083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2900433" y="1650046"/>
            <a:ext cx="2806815" cy="171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2928725" y="1619557"/>
            <a:ext cx="2851265" cy="25891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5785729" y="1650415"/>
            <a:ext cx="559085" cy="1722077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2390767" y="1665908"/>
            <a:ext cx="3316481" cy="912903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6316597" y="3403350"/>
            <a:ext cx="23011" cy="8213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2318146" y="2640724"/>
            <a:ext cx="3389102" cy="247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836936" y="2481030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936" y="2481030"/>
                <a:ext cx="665747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447116" y="4231229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116" y="4231229"/>
                <a:ext cx="665747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877099" y="4931365"/>
                <a:ext cx="10546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𝑐𝑜𝑠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099" y="4931365"/>
                <a:ext cx="1054648" cy="369332"/>
              </a:xfrm>
              <a:prstGeom prst="rect">
                <a:avLst/>
              </a:prstGeom>
              <a:blipFill>
                <a:blip r:embed="rId9"/>
                <a:stretch>
                  <a:fillRect l="-5952" r="-476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5818978" y="2578811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78" y="2578811"/>
                <a:ext cx="251094" cy="369332"/>
              </a:xfrm>
              <a:prstGeom prst="rect">
                <a:avLst/>
              </a:prstGeom>
              <a:blipFill>
                <a:blip r:embed="rId4"/>
                <a:stretch>
                  <a:fillRect l="-28571" r="-1904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Arc 79"/>
          <p:cNvSpPr/>
          <p:nvPr/>
        </p:nvSpPr>
        <p:spPr>
          <a:xfrm rot="6170844">
            <a:off x="5386993" y="2108115"/>
            <a:ext cx="1024253" cy="956078"/>
          </a:xfrm>
          <a:prstGeom prst="arc">
            <a:avLst>
              <a:gd name="adj1" fmla="val 18229023"/>
              <a:gd name="adj2" fmla="val 146895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2928724" y="4272802"/>
            <a:ext cx="12589" cy="94716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6304008" y="4338143"/>
            <a:ext cx="12590" cy="12911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2941313" y="4889885"/>
            <a:ext cx="3362695" cy="18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5782744" y="4682086"/>
            <a:ext cx="12589" cy="94716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 flipV="1">
            <a:off x="5774913" y="3343250"/>
            <a:ext cx="592913" cy="241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5953130" y="2136362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30" y="2136362"/>
                <a:ext cx="665747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5711504" y="5246369"/>
                <a:ext cx="9744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𝑠𝑖𝑛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504" y="5246369"/>
                <a:ext cx="974433" cy="369332"/>
              </a:xfrm>
              <a:prstGeom prst="rect">
                <a:avLst/>
              </a:prstGeom>
              <a:blipFill>
                <a:blip r:embed="rId11"/>
                <a:stretch>
                  <a:fillRect l="-6410" r="-512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/>
          <p:cNvCxnSpPr/>
          <p:nvPr/>
        </p:nvCxnSpPr>
        <p:spPr>
          <a:xfrm>
            <a:off x="5818978" y="5164597"/>
            <a:ext cx="509124" cy="3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 flipV="1">
            <a:off x="462419" y="4204566"/>
            <a:ext cx="2466304" cy="135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 flipV="1">
            <a:off x="600072" y="2640724"/>
            <a:ext cx="1309877" cy="132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 flipV="1">
            <a:off x="626427" y="1638883"/>
            <a:ext cx="829450" cy="111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V="1">
            <a:off x="1101971" y="2640724"/>
            <a:ext cx="7031" cy="1577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119523" y="3351390"/>
                <a:ext cx="10048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𝑐𝑜𝑠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23" y="3351390"/>
                <a:ext cx="1004890" cy="369332"/>
              </a:xfrm>
              <a:prstGeom prst="rect">
                <a:avLst/>
              </a:prstGeom>
              <a:blipFill>
                <a:blip r:embed="rId12"/>
                <a:stretch>
                  <a:fillRect l="-6250" r="-6250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Arrow Connector 101"/>
          <p:cNvCxnSpPr/>
          <p:nvPr/>
        </p:nvCxnSpPr>
        <p:spPr>
          <a:xfrm flipV="1">
            <a:off x="1179040" y="1606032"/>
            <a:ext cx="3515" cy="1059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3574230" y="2290963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230" y="2290963"/>
                <a:ext cx="251094" cy="369332"/>
              </a:xfrm>
              <a:prstGeom prst="rect">
                <a:avLst/>
              </a:prstGeom>
              <a:blipFill>
                <a:blip r:embed="rId13"/>
                <a:stretch>
                  <a:fillRect l="-23810" r="-1904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Arc 104"/>
          <p:cNvSpPr/>
          <p:nvPr/>
        </p:nvSpPr>
        <p:spPr>
          <a:xfrm rot="5586227">
            <a:off x="3207353" y="2017223"/>
            <a:ext cx="1024253" cy="956078"/>
          </a:xfrm>
          <a:prstGeom prst="arc">
            <a:avLst>
              <a:gd name="adj1" fmla="val 13220660"/>
              <a:gd name="adj2" fmla="val 1729799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148793" y="1956322"/>
                <a:ext cx="10241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𝑠𝑖𝑛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93" y="1956322"/>
                <a:ext cx="1024190" cy="369332"/>
              </a:xfrm>
              <a:prstGeom prst="rect">
                <a:avLst/>
              </a:prstGeom>
              <a:blipFill>
                <a:blip r:embed="rId14"/>
                <a:stretch>
                  <a:fillRect l="-6098" r="-487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523273" y="605606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273" y="605606"/>
                <a:ext cx="665747" cy="369332"/>
              </a:xfrm>
              <a:prstGeom prst="rect">
                <a:avLst/>
              </a:prstGeom>
              <a:blipFill>
                <a:blip r:embed="rId15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363826" y="1449158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826" y="1449158"/>
                <a:ext cx="665747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211038" y="3341869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038" y="3341869"/>
                <a:ext cx="665747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603152" y="1731071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152" y="1731071"/>
                <a:ext cx="665747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Palletizing of IC (SCARA robot) | APPLICATION SEARCH (FA Sensors &amp;amp;  Components) | Automation Controls | Industrial Devices | Panasonic">
            <a:extLst>
              <a:ext uri="{FF2B5EF4-FFF2-40B4-BE49-F238E27FC236}">
                <a16:creationId xmlns:a16="http://schemas.microsoft.com/office/drawing/2014/main" id="{3817902E-3517-6342-BF9F-CDE19E961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0" r="20794"/>
          <a:stretch/>
        </p:blipFill>
        <p:spPr bwMode="auto">
          <a:xfrm>
            <a:off x="8319259" y="1012415"/>
            <a:ext cx="3632778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A6BEA43-EB84-E84B-9B12-A20F39DC0FF7}"/>
              </a:ext>
            </a:extLst>
          </p:cNvPr>
          <p:cNvCxnSpPr/>
          <p:nvPr/>
        </p:nvCxnSpPr>
        <p:spPr>
          <a:xfrm>
            <a:off x="10033348" y="2914112"/>
            <a:ext cx="1077238" cy="5148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7EBB2AD-771B-5D4F-B343-A20493E2E3CF}"/>
              </a:ext>
            </a:extLst>
          </p:cNvPr>
          <p:cNvCxnSpPr>
            <a:cxnSpLocks/>
          </p:cNvCxnSpPr>
          <p:nvPr/>
        </p:nvCxnSpPr>
        <p:spPr>
          <a:xfrm flipV="1">
            <a:off x="10033348" y="2578811"/>
            <a:ext cx="574327" cy="335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394461-E9B1-1745-8077-243A1B74011B}"/>
              </a:ext>
            </a:extLst>
          </p:cNvPr>
          <p:cNvCxnSpPr>
            <a:cxnSpLocks/>
          </p:cNvCxnSpPr>
          <p:nvPr/>
        </p:nvCxnSpPr>
        <p:spPr>
          <a:xfrm flipV="1">
            <a:off x="10033348" y="2790197"/>
            <a:ext cx="1295095" cy="2477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9FA6728-C319-0C42-822A-67C16F476644}"/>
              </a:ext>
            </a:extLst>
          </p:cNvPr>
          <p:cNvCxnSpPr>
            <a:cxnSpLocks/>
          </p:cNvCxnSpPr>
          <p:nvPr/>
        </p:nvCxnSpPr>
        <p:spPr>
          <a:xfrm flipV="1">
            <a:off x="10034801" y="2333416"/>
            <a:ext cx="114822" cy="47540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3FE881E-EF71-934D-9550-7EDC87A1FEBA}"/>
              </a:ext>
            </a:extLst>
          </p:cNvPr>
          <p:cNvCxnSpPr>
            <a:cxnSpLocks/>
          </p:cNvCxnSpPr>
          <p:nvPr/>
        </p:nvCxnSpPr>
        <p:spPr>
          <a:xfrm flipV="1">
            <a:off x="10033348" y="2612843"/>
            <a:ext cx="1437682" cy="1844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18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22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17</cp:revision>
  <cp:lastPrinted>2017-07-21T21:45:33Z</cp:lastPrinted>
  <dcterms:created xsi:type="dcterms:W3CDTF">2017-07-20T12:50:43Z</dcterms:created>
  <dcterms:modified xsi:type="dcterms:W3CDTF">2021-07-05T09:56:58Z</dcterms:modified>
</cp:coreProperties>
</file>