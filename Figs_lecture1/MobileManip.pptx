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9"/>
    <p:restoredTop sz="94617"/>
  </p:normalViewPr>
  <p:slideViewPr>
    <p:cSldViewPr snapToGrid="0" snapToObjects="1">
      <p:cViewPr varScale="1">
        <p:scale>
          <a:sx n="80" d="100"/>
          <a:sy n="80" d="100"/>
        </p:scale>
        <p:origin x="22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A1E69-758E-9F4E-9F4A-745C41D03116}" type="datetimeFigureOut">
              <a:rPr lang="en-US" smtClean="0"/>
              <a:t>8/8/17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BFEC-AEFE-9147-B61E-272F94CFC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83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A1E69-758E-9F4E-9F4A-745C41D03116}" type="datetimeFigureOut">
              <a:rPr lang="en-US" smtClean="0"/>
              <a:t>8/8/17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BFEC-AEFE-9147-B61E-272F94CFC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1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A1E69-758E-9F4E-9F4A-745C41D03116}" type="datetimeFigureOut">
              <a:rPr lang="en-US" smtClean="0"/>
              <a:t>8/8/17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BFEC-AEFE-9147-B61E-272F94CFC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57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A1E69-758E-9F4E-9F4A-745C41D03116}" type="datetimeFigureOut">
              <a:rPr lang="en-US" smtClean="0"/>
              <a:t>8/8/17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BFEC-AEFE-9147-B61E-272F94CFC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2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A1E69-758E-9F4E-9F4A-745C41D03116}" type="datetimeFigureOut">
              <a:rPr lang="en-US" smtClean="0"/>
              <a:t>8/8/17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BFEC-AEFE-9147-B61E-272F94CFC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81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A1E69-758E-9F4E-9F4A-745C41D03116}" type="datetimeFigureOut">
              <a:rPr lang="en-US" smtClean="0"/>
              <a:t>8/8/17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BFEC-AEFE-9147-B61E-272F94CFC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8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A1E69-758E-9F4E-9F4A-745C41D03116}" type="datetimeFigureOut">
              <a:rPr lang="en-US" smtClean="0"/>
              <a:t>8/8/17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BFEC-AEFE-9147-B61E-272F94CFC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395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A1E69-758E-9F4E-9F4A-745C41D03116}" type="datetimeFigureOut">
              <a:rPr lang="en-US" smtClean="0"/>
              <a:t>8/8/17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BFEC-AEFE-9147-B61E-272F94CFC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821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A1E69-758E-9F4E-9F4A-745C41D03116}" type="datetimeFigureOut">
              <a:rPr lang="en-US" smtClean="0"/>
              <a:t>8/8/17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BFEC-AEFE-9147-B61E-272F94CFC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03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A1E69-758E-9F4E-9F4A-745C41D03116}" type="datetimeFigureOut">
              <a:rPr lang="en-US" smtClean="0"/>
              <a:t>8/8/17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BFEC-AEFE-9147-B61E-272F94CFC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44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A1E69-758E-9F4E-9F4A-745C41D03116}" type="datetimeFigureOut">
              <a:rPr lang="en-US" smtClean="0"/>
              <a:t>8/8/17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BFEC-AEFE-9147-B61E-272F94CFC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59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A1E69-758E-9F4E-9F4A-745C41D03116}" type="datetimeFigureOut">
              <a:rPr lang="en-US" smtClean="0"/>
              <a:t>8/8/17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65BFEC-AEFE-9147-B61E-272F94CFC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4" Type="http://schemas.openxmlformats.org/officeDocument/2006/relationships/image" Target="../media/image3.tif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647" y="2220494"/>
            <a:ext cx="3073400" cy="2641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112177" flipH="1">
            <a:off x="1215572" y="783771"/>
            <a:ext cx="1391721" cy="21140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861" y="4196704"/>
            <a:ext cx="1330779" cy="1330779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2149642" y="1989221"/>
            <a:ext cx="465221" cy="14117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149642" y="1620195"/>
            <a:ext cx="1082842" cy="4411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1487690" y="1131726"/>
            <a:ext cx="710078" cy="9536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5740333" y="2454442"/>
            <a:ext cx="15894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7151419" y="1840774"/>
            <a:ext cx="677128" cy="6617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6441341" y="1512376"/>
            <a:ext cx="710078" cy="9536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4836250" y="3737811"/>
            <a:ext cx="0" cy="17642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836250" y="4920792"/>
            <a:ext cx="1348190" cy="5812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3892798" y="4862093"/>
            <a:ext cx="943451" cy="6653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27724" y="5154069"/>
            <a:ext cx="11783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B</a:t>
            </a:r>
            <a:endParaRPr lang="en-US" sz="4400" dirty="0"/>
          </a:p>
        </p:txBody>
      </p:sp>
      <p:sp>
        <p:nvSpPr>
          <p:cNvPr id="27" name="TextBox 26"/>
          <p:cNvSpPr txBox="1"/>
          <p:nvPr/>
        </p:nvSpPr>
        <p:spPr>
          <a:xfrm>
            <a:off x="1800710" y="2178384"/>
            <a:ext cx="11783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C</a:t>
            </a:r>
            <a:endParaRPr lang="en-US" sz="4400" dirty="0"/>
          </a:p>
        </p:txBody>
      </p:sp>
      <p:sp>
        <p:nvSpPr>
          <p:cNvPr id="28" name="TextBox 27"/>
          <p:cNvSpPr txBox="1"/>
          <p:nvPr/>
        </p:nvSpPr>
        <p:spPr>
          <a:xfrm>
            <a:off x="7450711" y="2053274"/>
            <a:ext cx="11783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E</a:t>
            </a:r>
            <a:endParaRPr lang="en-US" sz="4400" dirty="0"/>
          </a:p>
        </p:txBody>
      </p:sp>
      <p:sp>
        <p:nvSpPr>
          <p:cNvPr id="29" name="TextBox 28"/>
          <p:cNvSpPr txBox="1"/>
          <p:nvPr/>
        </p:nvSpPr>
        <p:spPr>
          <a:xfrm>
            <a:off x="1089621" y="5282168"/>
            <a:ext cx="11783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A</a:t>
            </a:r>
            <a:endParaRPr lang="en-US" sz="4400" dirty="0"/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1796695" y="4166900"/>
            <a:ext cx="0" cy="17642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1796695" y="5923510"/>
            <a:ext cx="1452691" cy="76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1796694" y="4922036"/>
            <a:ext cx="512990" cy="10345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8809276" y="1951874"/>
            <a:ext cx="0" cy="17642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8809276" y="3716146"/>
            <a:ext cx="1233082" cy="2686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7116235" y="3741546"/>
            <a:ext cx="1693040" cy="4551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809275" y="2993323"/>
            <a:ext cx="11783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993390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4</cp:revision>
  <cp:lastPrinted>2017-08-08T15:26:40Z</cp:lastPrinted>
  <dcterms:created xsi:type="dcterms:W3CDTF">2017-08-08T15:09:14Z</dcterms:created>
  <dcterms:modified xsi:type="dcterms:W3CDTF">2017-08-08T15:40:43Z</dcterms:modified>
</cp:coreProperties>
</file>