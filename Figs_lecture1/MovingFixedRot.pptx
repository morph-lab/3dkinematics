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25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90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2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1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4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2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5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1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6863-9722-8745-A393-C7586DEE1611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45A08-9B76-0949-8B26-DD68F7498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4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25400"/>
            <a:ext cx="9118600" cy="68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8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</cp:revision>
  <dcterms:created xsi:type="dcterms:W3CDTF">2017-07-23T11:19:12Z</dcterms:created>
  <dcterms:modified xsi:type="dcterms:W3CDTF">2017-07-23T11:21:03Z</dcterms:modified>
</cp:coreProperties>
</file>