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33"/>
    <p:restoredTop sz="94617"/>
  </p:normalViewPr>
  <p:slideViewPr>
    <p:cSldViewPr snapToGrid="0" snapToObjects="1">
      <p:cViewPr>
        <p:scale>
          <a:sx n="106" d="100"/>
          <a:sy n="106" d="100"/>
        </p:scale>
        <p:origin x="79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/>
          <p:cNvCxnSpPr/>
          <p:nvPr/>
        </p:nvCxnSpPr>
        <p:spPr>
          <a:xfrm flipV="1">
            <a:off x="704418" y="5790833"/>
            <a:ext cx="6101861" cy="175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827510" y="902310"/>
            <a:ext cx="29308" cy="50585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709064" y="3821356"/>
            <a:ext cx="346416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2832156" y="1394679"/>
            <a:ext cx="29308" cy="257907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2846810" y="2555264"/>
            <a:ext cx="2623039" cy="126609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842164" y="2555263"/>
            <a:ext cx="4627685" cy="325315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842164" y="3821356"/>
            <a:ext cx="2019300" cy="198706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6470707" y="5790833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707" y="5790833"/>
                <a:ext cx="60666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/>
              <p:cNvSpPr txBox="1"/>
              <p:nvPr/>
            </p:nvSpPr>
            <p:spPr>
              <a:xfrm>
                <a:off x="250149" y="702981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49" y="702981"/>
                <a:ext cx="606669" cy="492443"/>
              </a:xfrm>
              <a:prstGeom prst="rect">
                <a:avLst/>
              </a:prstGeom>
              <a:blipFill>
                <a:blip r:embed="rId3"/>
                <a:stretch>
                  <a:fillRect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/>
              <p:cNvSpPr txBox="1"/>
              <p:nvPr/>
            </p:nvSpPr>
            <p:spPr>
              <a:xfrm>
                <a:off x="2909821" y="1078081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821" y="1078081"/>
                <a:ext cx="606669" cy="492443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934483" y="656088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83" y="656088"/>
                <a:ext cx="606669" cy="492443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/>
              <p:cNvSpPr txBox="1"/>
              <p:nvPr/>
            </p:nvSpPr>
            <p:spPr>
              <a:xfrm>
                <a:off x="2354886" y="3328341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𝑜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886" y="3328341"/>
                <a:ext cx="606669" cy="492443"/>
              </a:xfrm>
              <a:prstGeom prst="rect">
                <a:avLst/>
              </a:prstGeom>
              <a:blipFill>
                <a:blip r:embed="rId6"/>
                <a:stretch>
                  <a:fillRect l="-2041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/>
              <p:cNvSpPr txBox="1"/>
              <p:nvPr/>
            </p:nvSpPr>
            <p:spPr>
              <a:xfrm>
                <a:off x="267732" y="5656018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charset="0"/>
                            </a:rPr>
                            <m:t>𝑜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32" y="5656018"/>
                <a:ext cx="606669" cy="492443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/>
              <p:cNvSpPr txBox="1"/>
              <p:nvPr/>
            </p:nvSpPr>
            <p:spPr>
              <a:xfrm>
                <a:off x="3787587" y="2584460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FFC000"/>
                              </a:solidFill>
                              <a:latin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587" y="2584460"/>
                <a:ext cx="606669" cy="492443"/>
              </a:xfrm>
              <a:prstGeom prst="rect">
                <a:avLst/>
              </a:prstGeom>
              <a:blipFill>
                <a:blip r:embed="rId8"/>
                <a:stretch>
                  <a:fillRect l="-10204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/>
              <p:cNvSpPr txBox="1"/>
              <p:nvPr/>
            </p:nvSpPr>
            <p:spPr>
              <a:xfrm>
                <a:off x="3058558" y="4126009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0070C0"/>
                              </a:solidFill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558" y="4126009"/>
                <a:ext cx="606669" cy="492443"/>
              </a:xfrm>
              <a:prstGeom prst="rect">
                <a:avLst/>
              </a:prstGeom>
              <a:blipFill>
                <a:blip r:embed="rId9"/>
                <a:stretch>
                  <a:fillRect l="-8163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/>
              <p:cNvSpPr txBox="1"/>
              <p:nvPr/>
            </p:nvSpPr>
            <p:spPr>
              <a:xfrm>
                <a:off x="1729961" y="3943462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961" y="3943462"/>
                <a:ext cx="606669" cy="492443"/>
              </a:xfrm>
              <a:prstGeom prst="rect">
                <a:avLst/>
              </a:prstGeom>
              <a:blipFill>
                <a:blip r:embed="rId10"/>
                <a:stretch>
                  <a:fillRect l="-10417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C68585-48BD-254B-89B8-2318F1FB53F8}"/>
                  </a:ext>
                </a:extLst>
              </p:cNvPr>
              <p:cNvSpPr txBox="1"/>
              <p:nvPr/>
            </p:nvSpPr>
            <p:spPr>
              <a:xfrm>
                <a:off x="2295265" y="1078080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C68585-48BD-254B-89B8-2318F1FB5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265" y="1078080"/>
                <a:ext cx="606669" cy="492443"/>
              </a:xfrm>
              <a:prstGeom prst="rect">
                <a:avLst/>
              </a:prstGeom>
              <a:blipFill>
                <a:blip r:embed="rId11"/>
                <a:stretch>
                  <a:fillRect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2C9A07-FF39-054D-87A5-B6EF2553D6C6}"/>
                  </a:ext>
                </a:extLst>
              </p:cNvPr>
              <p:cNvSpPr txBox="1"/>
              <p:nvPr/>
            </p:nvSpPr>
            <p:spPr>
              <a:xfrm>
                <a:off x="6006740" y="3575134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2C9A07-FF39-054D-87A5-B6EF2553D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6740" y="3575134"/>
                <a:ext cx="606669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0BA9CB-080E-8943-806A-9E95250F37F4}"/>
              </a:ext>
            </a:extLst>
          </p:cNvPr>
          <p:cNvCxnSpPr>
            <a:cxnSpLocks/>
          </p:cNvCxnSpPr>
          <p:nvPr/>
        </p:nvCxnSpPr>
        <p:spPr>
          <a:xfrm>
            <a:off x="2860838" y="3821356"/>
            <a:ext cx="7887" cy="198706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2ABFD9-89BF-164B-96DC-E7F41F24951E}"/>
              </a:ext>
            </a:extLst>
          </p:cNvPr>
          <p:cNvCxnSpPr>
            <a:cxnSpLocks/>
          </p:cNvCxnSpPr>
          <p:nvPr/>
        </p:nvCxnSpPr>
        <p:spPr>
          <a:xfrm>
            <a:off x="5461649" y="2555262"/>
            <a:ext cx="0" cy="323557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2CF22B-FC21-5C42-AB61-66C449044C30}"/>
              </a:ext>
            </a:extLst>
          </p:cNvPr>
          <p:cNvCxnSpPr>
            <a:cxnSpLocks/>
          </p:cNvCxnSpPr>
          <p:nvPr/>
        </p:nvCxnSpPr>
        <p:spPr>
          <a:xfrm flipH="1">
            <a:off x="827511" y="2584460"/>
            <a:ext cx="463413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9780FF4-1BA1-3E4C-8A37-5BA1F479EC9F}"/>
              </a:ext>
            </a:extLst>
          </p:cNvPr>
          <p:cNvCxnSpPr>
            <a:cxnSpLocks/>
          </p:cNvCxnSpPr>
          <p:nvPr/>
        </p:nvCxnSpPr>
        <p:spPr>
          <a:xfrm flipH="1" flipV="1">
            <a:off x="835711" y="3786187"/>
            <a:ext cx="2025127" cy="351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9998DF-B834-AF45-8A73-1899FA755A32}"/>
                  </a:ext>
                </a:extLst>
              </p:cNvPr>
              <p:cNvSpPr txBox="1"/>
              <p:nvPr/>
            </p:nvSpPr>
            <p:spPr>
              <a:xfrm>
                <a:off x="5396128" y="2156639"/>
                <a:ext cx="35785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9998DF-B834-AF45-8A73-1899FA755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128" y="2156639"/>
                <a:ext cx="357855" cy="492443"/>
              </a:xfrm>
              <a:prstGeom prst="rect">
                <a:avLst/>
              </a:prstGeom>
              <a:blipFill>
                <a:blip r:embed="rId13"/>
                <a:stretch>
                  <a:fillRect l="-20000" r="-200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y WALL-E Perfectly Demonstrates the Beauty of Life – The Art of Vibing">
            <a:extLst>
              <a:ext uri="{FF2B5EF4-FFF2-40B4-BE49-F238E27FC236}">
                <a16:creationId xmlns:a16="http://schemas.microsoft.com/office/drawing/2014/main" id="{F3F5413D-8D58-B946-9929-C1F502C457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64"/>
          <a:stretch/>
        </p:blipFill>
        <p:spPr bwMode="auto">
          <a:xfrm flipH="1">
            <a:off x="6847887" y="1037423"/>
            <a:ext cx="5304170" cy="4770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B483C19-B2C7-1E41-BC1D-DBD71C75181F}"/>
                  </a:ext>
                </a:extLst>
              </p:cNvPr>
              <p:cNvSpPr txBox="1"/>
              <p:nvPr/>
            </p:nvSpPr>
            <p:spPr>
              <a:xfrm>
                <a:off x="9470021" y="1799081"/>
                <a:ext cx="35785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3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B483C19-B2C7-1E41-BC1D-DBD71C751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0021" y="1799081"/>
                <a:ext cx="357855" cy="492443"/>
              </a:xfrm>
              <a:prstGeom prst="rect">
                <a:avLst/>
              </a:prstGeom>
              <a:blipFill>
                <a:blip r:embed="rId15"/>
                <a:stretch>
                  <a:fillRect l="-24138" r="-2069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7C934C7-AC39-E84E-992F-EB92CC877356}"/>
              </a:ext>
            </a:extLst>
          </p:cNvPr>
          <p:cNvCxnSpPr>
            <a:cxnSpLocks/>
          </p:cNvCxnSpPr>
          <p:nvPr/>
        </p:nvCxnSpPr>
        <p:spPr>
          <a:xfrm flipV="1">
            <a:off x="9020487" y="1917829"/>
            <a:ext cx="496722" cy="38908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DBB947F-D19B-9D47-92BF-D2E34C636116}"/>
              </a:ext>
            </a:extLst>
          </p:cNvPr>
          <p:cNvCxnSpPr>
            <a:cxnSpLocks/>
          </p:cNvCxnSpPr>
          <p:nvPr/>
        </p:nvCxnSpPr>
        <p:spPr>
          <a:xfrm>
            <a:off x="9020487" y="2306914"/>
            <a:ext cx="578767" cy="14618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2FEB7CB-B9D2-D943-A9CD-4A9E19FC4C6C}"/>
              </a:ext>
            </a:extLst>
          </p:cNvPr>
          <p:cNvCxnSpPr>
            <a:cxnSpLocks/>
          </p:cNvCxnSpPr>
          <p:nvPr/>
        </p:nvCxnSpPr>
        <p:spPr>
          <a:xfrm flipV="1">
            <a:off x="9020487" y="1339408"/>
            <a:ext cx="0" cy="98474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D93D52-F7C5-EE4B-95EC-4A7364709D9B}"/>
                  </a:ext>
                </a:extLst>
              </p:cNvPr>
              <p:cNvSpPr txBox="1"/>
              <p:nvPr/>
            </p:nvSpPr>
            <p:spPr>
              <a:xfrm>
                <a:off x="9020487" y="1017427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FFC000"/>
                              </a:solidFill>
                              <a:latin typeface="Cambria Math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D93D52-F7C5-EE4B-95EC-4A7364709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487" y="1017427"/>
                <a:ext cx="606669" cy="492443"/>
              </a:xfrm>
              <a:prstGeom prst="rect">
                <a:avLst/>
              </a:prstGeom>
              <a:blipFill>
                <a:blip r:embed="rId16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99C2EA2-508C-E744-8478-DD639D4A5410}"/>
              </a:ext>
            </a:extLst>
          </p:cNvPr>
          <p:cNvCxnSpPr>
            <a:cxnSpLocks/>
          </p:cNvCxnSpPr>
          <p:nvPr/>
        </p:nvCxnSpPr>
        <p:spPr>
          <a:xfrm flipV="1">
            <a:off x="8520823" y="2306914"/>
            <a:ext cx="491045" cy="651331"/>
          </a:xfrm>
          <a:prstGeom prst="straightConnector1">
            <a:avLst/>
          </a:prstGeom>
          <a:ln w="381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42BBED3-8AA9-474F-BF8D-83D2FDE4C602}"/>
              </a:ext>
            </a:extLst>
          </p:cNvPr>
          <p:cNvCxnSpPr>
            <a:cxnSpLocks/>
          </p:cNvCxnSpPr>
          <p:nvPr/>
        </p:nvCxnSpPr>
        <p:spPr>
          <a:xfrm>
            <a:off x="8523765" y="2943226"/>
            <a:ext cx="976207" cy="31458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BABDF9-C65C-AF41-8B7C-17DAF78950C2}"/>
              </a:ext>
            </a:extLst>
          </p:cNvPr>
          <p:cNvCxnSpPr>
            <a:cxnSpLocks/>
          </p:cNvCxnSpPr>
          <p:nvPr/>
        </p:nvCxnSpPr>
        <p:spPr>
          <a:xfrm flipV="1">
            <a:off x="8523765" y="1814471"/>
            <a:ext cx="0" cy="114377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725FBD2-3841-0747-A248-3967D30C0D43}"/>
                  </a:ext>
                </a:extLst>
              </p:cNvPr>
              <p:cNvSpPr txBox="1"/>
              <p:nvPr/>
            </p:nvSpPr>
            <p:spPr>
              <a:xfrm>
                <a:off x="8120125" y="1329662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725FBD2-3841-0747-A248-3967D30C0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125" y="1329662"/>
                <a:ext cx="606669" cy="492443"/>
              </a:xfrm>
              <a:prstGeom prst="rect">
                <a:avLst/>
              </a:prstGeom>
              <a:blipFill>
                <a:blip r:embed="rId1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90B0E6-D7EE-CB4F-A992-FEA1ECAE9AAF}"/>
                  </a:ext>
                </a:extLst>
              </p:cNvPr>
              <p:cNvSpPr txBox="1"/>
              <p:nvPr/>
            </p:nvSpPr>
            <p:spPr>
              <a:xfrm>
                <a:off x="2917321" y="5866848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solidFill>
                                <a:srgbClr val="0070C0"/>
                              </a:solidFill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90B0E6-D7EE-CB4F-A992-FEA1ECAE9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321" y="5866848"/>
                <a:ext cx="606669" cy="492443"/>
              </a:xfrm>
              <a:prstGeom prst="rect">
                <a:avLst/>
              </a:prstGeom>
              <a:blipFill>
                <a:blip r:embed="rId18"/>
                <a:stretch>
                  <a:fillRect l="-22449" r="-1224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75D4EBA-370E-A340-AC75-76449F60E129}"/>
                  </a:ext>
                </a:extLst>
              </p:cNvPr>
              <p:cNvSpPr txBox="1"/>
              <p:nvPr/>
            </p:nvSpPr>
            <p:spPr>
              <a:xfrm>
                <a:off x="159295" y="3555705"/>
                <a:ext cx="606669" cy="5312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solidFill>
                                <a:srgbClr val="0070C0"/>
                              </a:solidFill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75D4EBA-370E-A340-AC75-76449F60E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95" y="3555705"/>
                <a:ext cx="606669" cy="531299"/>
              </a:xfrm>
              <a:prstGeom prst="rect">
                <a:avLst/>
              </a:prstGeom>
              <a:blipFill>
                <a:blip r:embed="rId19"/>
                <a:stretch>
                  <a:fillRect l="-22449" r="-14286"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ADDE47-AE6B-FD45-BE35-ABDD8735B586}"/>
              </a:ext>
            </a:extLst>
          </p:cNvPr>
          <p:cNvCxnSpPr/>
          <p:nvPr/>
        </p:nvCxnSpPr>
        <p:spPr>
          <a:xfrm>
            <a:off x="5461649" y="5960819"/>
            <a:ext cx="8200" cy="398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CE3982F-6701-6D4E-ADBC-59E636BEC281}"/>
              </a:ext>
            </a:extLst>
          </p:cNvPr>
          <p:cNvCxnSpPr>
            <a:cxnSpLocks/>
          </p:cNvCxnSpPr>
          <p:nvPr/>
        </p:nvCxnSpPr>
        <p:spPr>
          <a:xfrm flipH="1">
            <a:off x="189343" y="2584460"/>
            <a:ext cx="5150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5196FE-1431-AB41-ACA2-447BC9982E49}"/>
              </a:ext>
            </a:extLst>
          </p:cNvPr>
          <p:cNvCxnSpPr>
            <a:stCxn id="39" idx="0"/>
          </p:cNvCxnSpPr>
          <p:nvPr/>
        </p:nvCxnSpPr>
        <p:spPr>
          <a:xfrm flipH="1" flipV="1">
            <a:off x="446880" y="2584460"/>
            <a:ext cx="15750" cy="971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E893C53-FB60-0F4D-B718-4BC6C7C83E5A}"/>
              </a:ext>
            </a:extLst>
          </p:cNvPr>
          <p:cNvCxnSpPr>
            <a:cxnSpLocks/>
          </p:cNvCxnSpPr>
          <p:nvPr/>
        </p:nvCxnSpPr>
        <p:spPr>
          <a:xfrm flipV="1">
            <a:off x="3589511" y="6186171"/>
            <a:ext cx="18639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538EC16-56C5-F343-BDDC-0CAACFDC3C2B}"/>
              </a:ext>
            </a:extLst>
          </p:cNvPr>
          <p:cNvCxnSpPr>
            <a:cxnSpLocks/>
          </p:cNvCxnSpPr>
          <p:nvPr/>
        </p:nvCxnSpPr>
        <p:spPr>
          <a:xfrm flipH="1" flipV="1">
            <a:off x="856818" y="6186171"/>
            <a:ext cx="2011907" cy="15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916EB6F-4D26-2D49-9B7A-6CBEE2CDF55F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462630" y="4087004"/>
            <a:ext cx="11323" cy="1703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8697AFC-204E-234E-B133-3F939E0DECC2}"/>
                  </a:ext>
                </a:extLst>
              </p:cNvPr>
              <p:cNvSpPr txBox="1"/>
              <p:nvPr/>
            </p:nvSpPr>
            <p:spPr>
              <a:xfrm>
                <a:off x="3920371" y="3731432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𝑥𝐵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8697AFC-204E-234E-B133-3F939E0DE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371" y="3731432"/>
                <a:ext cx="606669" cy="492443"/>
              </a:xfrm>
              <a:prstGeom prst="rect">
                <a:avLst/>
              </a:prstGeom>
              <a:blipFill>
                <a:blip r:embed="rId20"/>
                <a:stretch>
                  <a:fillRect l="-22449" r="-1224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AC01833-B5B4-1C43-83D6-68030B9136F6}"/>
              </a:ext>
            </a:extLst>
          </p:cNvPr>
          <p:cNvCxnSpPr>
            <a:cxnSpLocks/>
          </p:cNvCxnSpPr>
          <p:nvPr/>
        </p:nvCxnSpPr>
        <p:spPr>
          <a:xfrm flipV="1">
            <a:off x="4592561" y="4050755"/>
            <a:ext cx="860889" cy="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1578FD-D510-5647-A752-9383E37E2A83}"/>
              </a:ext>
            </a:extLst>
          </p:cNvPr>
          <p:cNvCxnSpPr>
            <a:cxnSpLocks/>
          </p:cNvCxnSpPr>
          <p:nvPr/>
        </p:nvCxnSpPr>
        <p:spPr>
          <a:xfrm flipH="1" flipV="1">
            <a:off x="2846810" y="4059706"/>
            <a:ext cx="1024966" cy="679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4546A99-7139-284F-BCC1-F39A2506D5A0}"/>
                  </a:ext>
                </a:extLst>
              </p:cNvPr>
              <p:cNvSpPr txBox="1"/>
              <p:nvPr/>
            </p:nvSpPr>
            <p:spPr>
              <a:xfrm>
                <a:off x="2224775" y="2823245"/>
                <a:ext cx="606669" cy="5312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𝑦𝐵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4546A99-7139-284F-BCC1-F39A2506D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775" y="2823245"/>
                <a:ext cx="606669" cy="531299"/>
              </a:xfrm>
              <a:prstGeom prst="rect">
                <a:avLst/>
              </a:prstGeom>
              <a:blipFill>
                <a:blip r:embed="rId21"/>
                <a:stretch>
                  <a:fillRect l="-22917" r="-20833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A227277-C94E-B847-832F-198A9BC8390E}"/>
              </a:ext>
            </a:extLst>
          </p:cNvPr>
          <p:cNvCxnSpPr>
            <a:cxnSpLocks/>
          </p:cNvCxnSpPr>
          <p:nvPr/>
        </p:nvCxnSpPr>
        <p:spPr>
          <a:xfrm flipV="1">
            <a:off x="2548022" y="2585567"/>
            <a:ext cx="6920" cy="40982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F13439A-3E30-854D-8415-30DBC3C32842}"/>
              </a:ext>
            </a:extLst>
          </p:cNvPr>
          <p:cNvCxnSpPr>
            <a:cxnSpLocks/>
          </p:cNvCxnSpPr>
          <p:nvPr/>
        </p:nvCxnSpPr>
        <p:spPr>
          <a:xfrm>
            <a:off x="2567173" y="3384894"/>
            <a:ext cx="0" cy="43220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E302116-0790-2542-8ADC-EB8C1982AD00}"/>
                  </a:ext>
                </a:extLst>
              </p:cNvPr>
              <p:cNvSpPr txBox="1"/>
              <p:nvPr/>
            </p:nvSpPr>
            <p:spPr>
              <a:xfrm>
                <a:off x="1666975" y="5259959"/>
                <a:ext cx="60666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𝑥𝑜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E302116-0790-2542-8ADC-EB8C1982A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975" y="5259959"/>
                <a:ext cx="606669" cy="492443"/>
              </a:xfrm>
              <a:prstGeom prst="rect">
                <a:avLst/>
              </a:prstGeom>
              <a:blipFill>
                <a:blip r:embed="rId22"/>
                <a:stretch>
                  <a:fillRect l="-22449" r="-6122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FDD7A0B-100E-3D42-8DED-23669B91E76A}"/>
                  </a:ext>
                </a:extLst>
              </p:cNvPr>
              <p:cNvSpPr txBox="1"/>
              <p:nvPr/>
            </p:nvSpPr>
            <p:spPr>
              <a:xfrm>
                <a:off x="879705" y="4372230"/>
                <a:ext cx="606669" cy="5312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𝑦𝑜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FDD7A0B-100E-3D42-8DED-23669B91E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05" y="4372230"/>
                <a:ext cx="606669" cy="531299"/>
              </a:xfrm>
              <a:prstGeom prst="rect">
                <a:avLst/>
              </a:prstGeom>
              <a:blipFill>
                <a:blip r:embed="rId23"/>
                <a:stretch>
                  <a:fillRect l="-22449" r="-10204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AF1B5B1-D1F7-5C46-95AB-7E67C3BE9F99}"/>
              </a:ext>
            </a:extLst>
          </p:cNvPr>
          <p:cNvCxnSpPr>
            <a:cxnSpLocks/>
          </p:cNvCxnSpPr>
          <p:nvPr/>
        </p:nvCxnSpPr>
        <p:spPr>
          <a:xfrm flipH="1">
            <a:off x="1069299" y="4938918"/>
            <a:ext cx="4820" cy="898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7929E70-75BD-7048-8857-2AD1EBD8EE03}"/>
              </a:ext>
            </a:extLst>
          </p:cNvPr>
          <p:cNvCxnSpPr>
            <a:cxnSpLocks/>
          </p:cNvCxnSpPr>
          <p:nvPr/>
        </p:nvCxnSpPr>
        <p:spPr>
          <a:xfrm>
            <a:off x="2317619" y="5656018"/>
            <a:ext cx="533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325C035-C06B-C34D-A620-0F41C620CB60}"/>
              </a:ext>
            </a:extLst>
          </p:cNvPr>
          <p:cNvCxnSpPr>
            <a:cxnSpLocks/>
          </p:cNvCxnSpPr>
          <p:nvPr/>
        </p:nvCxnSpPr>
        <p:spPr>
          <a:xfrm flipV="1">
            <a:off x="1082273" y="3781824"/>
            <a:ext cx="9137" cy="7391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3CC34A1-33F1-9844-973C-685BCC374FD2}"/>
              </a:ext>
            </a:extLst>
          </p:cNvPr>
          <p:cNvCxnSpPr>
            <a:cxnSpLocks/>
          </p:cNvCxnSpPr>
          <p:nvPr/>
        </p:nvCxnSpPr>
        <p:spPr>
          <a:xfrm flipH="1">
            <a:off x="898426" y="5645820"/>
            <a:ext cx="6635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21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23</cp:revision>
  <cp:lastPrinted>2017-08-03T14:08:05Z</cp:lastPrinted>
  <dcterms:created xsi:type="dcterms:W3CDTF">2017-08-02T13:05:09Z</dcterms:created>
  <dcterms:modified xsi:type="dcterms:W3CDTF">2021-07-05T09:32:34Z</dcterms:modified>
</cp:coreProperties>
</file>