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354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94"/>
  </p:normalViewPr>
  <p:slideViewPr>
    <p:cSldViewPr snapToGrid="0" snapToObjects="1">
      <p:cViewPr varScale="1">
        <p:scale>
          <a:sx n="104" d="100"/>
          <a:sy n="104" d="100"/>
        </p:scale>
        <p:origin x="23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8F4644-AD1A-444C-AD09-5F6BCD9F4A70}" type="datetimeFigureOut">
              <a:rPr lang="en-US" smtClean="0"/>
              <a:t>8/25/20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AAB0ED-68C9-6E4A-BB33-6BD7C476B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093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48E1AFB4-D945-E345-82B1-2FBFCBFAD5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10DA732-D22A-734B-B791-6603475ADD8C}" type="slidenum">
              <a:rPr lang="en-US" altLang="en-US">
                <a:latin typeface="Calibri" panose="020F0502020204030204" pitchFamily="34" charset="0"/>
              </a:rPr>
              <a:pPr>
                <a:spcBef>
                  <a:spcPct val="0"/>
                </a:spcBef>
              </a:pPr>
              <a:t>2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72230089-6F93-7B4F-BBD8-46E9E20CE2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E1A35CE0-BED7-9C45-A2D9-4A35FD1123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84773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4AF53-80C8-D642-9427-C31BDAD3C9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27937F-8804-6F47-8F55-3CA50E1ABD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6A970-4E32-5B46-8B6C-286F2C0AB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439E6-7CC4-4F42-BA47-2393C86C870C}" type="datetimeFigureOut">
              <a:rPr lang="en-US" smtClean="0"/>
              <a:t>8/25/20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1D081-418F-CD4D-AEEC-34DA5E231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63509-B2FD-C44D-8169-5D0E8D8A1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30182-94A5-D049-B92F-4A1CC3152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48740-2090-0E47-A627-2DEA4C62F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E7DA9-2D2D-3740-8AC2-9E61362A5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B7DFB-4244-E648-8173-587F908E3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439E6-7CC4-4F42-BA47-2393C86C870C}" type="datetimeFigureOut">
              <a:rPr lang="en-US" smtClean="0"/>
              <a:t>8/25/20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2F17C-C682-CB43-90F2-888922743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028B5-DB06-3345-9647-0567D31E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30182-94A5-D049-B92F-4A1CC3152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856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3EC6E-A127-4A4F-BA97-3B36E1F75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A1C14-1634-E24E-801F-66CC5E603C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76E4C-B3A7-4E49-BD30-9CA77CD25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439E6-7CC4-4F42-BA47-2393C86C870C}" type="datetimeFigureOut">
              <a:rPr lang="en-US" smtClean="0"/>
              <a:t>8/25/20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77A7F-535F-EE45-BAC7-B30B44624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2DFBF-6D45-A542-9297-C19C4D9A8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30182-94A5-D049-B92F-4A1CC3152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080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9BAE8-78E3-B443-9EC3-8EC7306CA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4D033-1246-1F4A-B6F9-AC454C81A1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EADC96-9EB5-ED4E-BD91-0783FD4E98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F64E26-E758-4A45-8EDC-3373F148A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439E6-7CC4-4F42-BA47-2393C86C870C}" type="datetimeFigureOut">
              <a:rPr lang="en-US" smtClean="0"/>
              <a:t>8/25/20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FE3CA-597F-594C-B161-4A7F8DE64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6DA35F-F8B2-1542-9AC4-890F20636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30182-94A5-D049-B92F-4A1CC3152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229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16DA-212F-BC40-B511-2878BC19F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85FA32-1579-A94F-916C-801F0B291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F2C13D-1E4C-BB46-BA2F-C2822F0C92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70E315-8D53-7E42-B032-E3F72DB118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765F5F-0F99-F745-9646-A1FD06646E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98C2D9-36CE-B645-9AA4-18E410591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439E6-7CC4-4F42-BA47-2393C86C870C}" type="datetimeFigureOut">
              <a:rPr lang="en-US" smtClean="0"/>
              <a:t>8/25/20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2454B3-B386-3F49-BE66-39B006226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1F0E7-3975-904E-9574-C140AE1FC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30182-94A5-D049-B92F-4A1CC3152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862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5F540-7C58-8A41-9EAF-5F1960B56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F1015E-1705-4A49-B120-CB438964E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439E6-7CC4-4F42-BA47-2393C86C870C}" type="datetimeFigureOut">
              <a:rPr lang="en-US" smtClean="0"/>
              <a:t>8/25/20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2071CA-C61C-4240-A3BE-F580C1701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6B1D54-260A-BD4A-B502-B5B829F30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30182-94A5-D049-B92F-4A1CC3152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133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600901-DE42-9D44-8628-0088A7717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439E6-7CC4-4F42-BA47-2393C86C870C}" type="datetimeFigureOut">
              <a:rPr lang="en-US" smtClean="0"/>
              <a:t>8/25/20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76D6BE-C773-E746-A281-66C5F155F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ABB3F-61EA-A044-B684-EA651A64D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30182-94A5-D049-B92F-4A1CC3152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242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4FB9E-1AC9-5B4A-8D8F-2629457A9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1122E-26FE-B547-A0B1-EADC39031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7F3FF6-FDB4-B44E-AEFA-5554603A7D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DA3F71-391D-2F4E-976C-8587642A2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439E6-7CC4-4F42-BA47-2393C86C870C}" type="datetimeFigureOut">
              <a:rPr lang="en-US" smtClean="0"/>
              <a:t>8/25/20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751F87-249C-FE45-88A8-9F7730783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68171F-14B0-CD4B-89B0-7D3BADC7F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30182-94A5-D049-B92F-4A1CC3152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004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65FB2-8035-174B-B611-A40AB23B0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EF0A4A-4EC9-3544-8CB6-88DABC9FE0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7539DF-B45C-404A-A7B6-2C8AA256B3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961228-4E44-4742-A5A3-97116851D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439E6-7CC4-4F42-BA47-2393C86C870C}" type="datetimeFigureOut">
              <a:rPr lang="en-US" smtClean="0"/>
              <a:t>8/25/20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D07E34-C6C8-E44C-A2E0-775445DE1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D31041-51B8-9B45-A481-2B9BA05B1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30182-94A5-D049-B92F-4A1CC3152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319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A1BAB-3E6D-8647-A18D-F2D932E60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E87AA7-EC47-984F-BB19-75B9B9617A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72EEE-B0CF-8F4A-BE8C-3C6DE61C5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439E6-7CC4-4F42-BA47-2393C86C870C}" type="datetimeFigureOut">
              <a:rPr lang="en-US" smtClean="0"/>
              <a:t>8/25/20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D186C9-65CD-E24E-A0BC-1F8CF8906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A7769-5C0D-A149-8653-05F8CDA41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30182-94A5-D049-B92F-4A1CC3152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991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6A3861-B735-A340-8BC8-3822ABB940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01CD31-1CBE-3F4E-A401-1F3B1D101F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3751C9-6A35-F144-80A9-329FA1E4E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439E6-7CC4-4F42-BA47-2393C86C870C}" type="datetimeFigureOut">
              <a:rPr lang="en-US" smtClean="0"/>
              <a:t>8/25/20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F20BF-FDFA-9D44-B8E9-89E452C69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377BF-18BE-6344-B8FC-C03113575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30182-94A5-D049-B92F-4A1CC3152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464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BC5253-FA16-2D4C-8590-24C2C6781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8983CE-7693-F349-9741-9D3CF25A9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F11A0-EBBD-4647-9C29-55618D928B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439E6-7CC4-4F42-BA47-2393C86C870C}" type="datetimeFigureOut">
              <a:rPr lang="en-US" smtClean="0"/>
              <a:t>8/25/20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BC1182-22EF-7541-86D0-00570A600F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28756-BF3C-F046-825E-2CB64F2147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430182-94A5-D049-B92F-4A1CC3152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496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jpe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jpe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emf"/><Relationship Id="rId1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5398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2">
            <a:extLst>
              <a:ext uri="{FF2B5EF4-FFF2-40B4-BE49-F238E27FC236}">
                <a16:creationId xmlns:a16="http://schemas.microsoft.com/office/drawing/2014/main" id="{A6F93590-EB94-FF4D-9F45-03E4EA50F1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6016" y="3219451"/>
            <a:ext cx="2453181" cy="3570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03" name="Picture 3" descr="NOMAD-PH">
            <a:extLst>
              <a:ext uri="{FF2B5EF4-FFF2-40B4-BE49-F238E27FC236}">
                <a16:creationId xmlns:a16="http://schemas.microsoft.com/office/drawing/2014/main" id="{3A753393-A0BB-EF48-98B0-EBD9627B65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18" y="3984990"/>
            <a:ext cx="4271963" cy="2805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05" name="Picture 5" descr="rover">
            <a:extLst>
              <a:ext uri="{FF2B5EF4-FFF2-40B4-BE49-F238E27FC236}">
                <a16:creationId xmlns:a16="http://schemas.microsoft.com/office/drawing/2014/main" id="{8E022485-B6BA-B74D-AF22-5991BCE539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2453" y="1627811"/>
            <a:ext cx="3112787" cy="2334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06" name="Picture 6" descr="2_on_1_kick_away_crop">
            <a:extLst>
              <a:ext uri="{FF2B5EF4-FFF2-40B4-BE49-F238E27FC236}">
                <a16:creationId xmlns:a16="http://schemas.microsoft.com/office/drawing/2014/main" id="{2E4B466A-2E37-A647-B6D4-4DA22C04FC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18" y="2476501"/>
            <a:ext cx="2438400" cy="148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07" name="Picture 7" descr="introd1">
            <a:extLst>
              <a:ext uri="{FF2B5EF4-FFF2-40B4-BE49-F238E27FC236}">
                <a16:creationId xmlns:a16="http://schemas.microsoft.com/office/drawing/2014/main" id="{D9825D9C-56B6-0447-B856-648BD2E4F0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8024" y="104265"/>
            <a:ext cx="3202892" cy="3841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08" name="Picture 8" descr="r50level">
            <a:extLst>
              <a:ext uri="{FF2B5EF4-FFF2-40B4-BE49-F238E27FC236}">
                <a16:creationId xmlns:a16="http://schemas.microsoft.com/office/drawing/2014/main" id="{C7BA3B16-A61F-5445-8F29-33E055F3F8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4910" y="157422"/>
            <a:ext cx="2974975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09" name="Picture 9">
            <a:extLst>
              <a:ext uri="{FF2B5EF4-FFF2-40B4-BE49-F238E27FC236}">
                <a16:creationId xmlns:a16="http://schemas.microsoft.com/office/drawing/2014/main" id="{CB067AB4-D258-3E48-876E-173E3D06F733}"/>
              </a:ext>
            </a:extLst>
          </p:cNvPr>
          <p:cNvPicPr>
            <a:picLocks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6757" y="158268"/>
            <a:ext cx="2035175" cy="263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10" name="Picture 10">
            <a:extLst>
              <a:ext uri="{FF2B5EF4-FFF2-40B4-BE49-F238E27FC236}">
                <a16:creationId xmlns:a16="http://schemas.microsoft.com/office/drawing/2014/main" id="{E6159B3B-0D05-BF49-B2E6-849E412CA967}"/>
              </a:ext>
            </a:extLst>
          </p:cNvPr>
          <p:cNvPicPr>
            <a:picLocks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2996" y="4111541"/>
            <a:ext cx="1824037" cy="2687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FE16A460-8F1D-A749-92DB-7F20AC4499D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634135" y="74682"/>
            <a:ext cx="1938972" cy="1765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Stack1Rev.wmv">
            <a:hlinkClick r:id="" action="ppaction://media"/>
            <a:extLst>
              <a:ext uri="{FF2B5EF4-FFF2-40B4-BE49-F238E27FC236}">
                <a16:creationId xmlns:a16="http://schemas.microsoft.com/office/drawing/2014/main" id="{54E1E180-26F8-2842-A9CB-C47220781362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831" b="21185"/>
          <a:stretch/>
        </p:blipFill>
        <p:spPr bwMode="auto">
          <a:xfrm>
            <a:off x="142854" y="157422"/>
            <a:ext cx="2425184" cy="2199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 descr="Mobile Servicing System - Wikipedia">
            <a:extLst>
              <a:ext uri="{FF2B5EF4-FFF2-40B4-BE49-F238E27FC236}">
                <a16:creationId xmlns:a16="http://schemas.microsoft.com/office/drawing/2014/main" id="{66AB566D-4516-694C-8865-8ACFEB830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1332" y="4467735"/>
            <a:ext cx="34671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oft octopus robots are equal parts speedy and graceful | Engadget">
            <a:extLst>
              <a:ext uri="{FF2B5EF4-FFF2-40B4-BE49-F238E27FC236}">
                <a16:creationId xmlns:a16="http://schemas.microsoft.com/office/drawing/2014/main" id="{B811C1B2-9DAD-2D44-9CDD-504D4326B0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00" r="7947"/>
          <a:stretch/>
        </p:blipFill>
        <p:spPr bwMode="auto">
          <a:xfrm>
            <a:off x="6843399" y="2127251"/>
            <a:ext cx="2425184" cy="218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68963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51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5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51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5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51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51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</Words>
  <Application>Microsoft Macintosh PowerPoint</Application>
  <PresentationFormat>Widescreen</PresentationFormat>
  <Paragraphs>1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1</cp:revision>
  <dcterms:created xsi:type="dcterms:W3CDTF">2020-08-25T08:14:27Z</dcterms:created>
  <dcterms:modified xsi:type="dcterms:W3CDTF">2020-08-25T08:21:39Z</dcterms:modified>
</cp:coreProperties>
</file>