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617"/>
  </p:normalViewPr>
  <p:slideViewPr>
    <p:cSldViewPr snapToGrid="0" snapToObjects="1">
      <p:cViewPr varScale="1">
        <p:scale>
          <a:sx n="80" d="100"/>
          <a:sy n="80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4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48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5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8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8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83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1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7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485-2EE5-9B46-8E58-FA14EB4E4C28}" type="datetimeFigureOut">
              <a:rPr lang="en-US" smtClean="0"/>
              <a:t>7/21/17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4BB6E-1639-2641-9705-CA822733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899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20" Type="http://schemas.openxmlformats.org/officeDocument/2006/relationships/image" Target="../media/image16.png"/><Relationship Id="rId21" Type="http://schemas.openxmlformats.org/officeDocument/2006/relationships/image" Target="../media/image17.png"/><Relationship Id="rId22" Type="http://schemas.openxmlformats.org/officeDocument/2006/relationships/image" Target="../media/image170.png"/><Relationship Id="rId23" Type="http://schemas.openxmlformats.org/officeDocument/2006/relationships/image" Target="../media/image1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9.png"/><Relationship Id="rId14" Type="http://schemas.openxmlformats.org/officeDocument/2006/relationships/image" Target="../media/image12.png"/><Relationship Id="rId15" Type="http://schemas.openxmlformats.org/officeDocument/2006/relationships/image" Target="../media/image120.png"/><Relationship Id="rId16" Type="http://schemas.openxmlformats.org/officeDocument/2006/relationships/image" Target="../media/image30.png"/><Relationship Id="rId17" Type="http://schemas.openxmlformats.org/officeDocument/2006/relationships/image" Target="../media/image13.png"/><Relationship Id="rId18" Type="http://schemas.openxmlformats.org/officeDocument/2006/relationships/image" Target="../media/image14.png"/><Relationship Id="rId19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 flipV="1">
            <a:off x="352928" y="4475747"/>
            <a:ext cx="4491789" cy="3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68970" y="3272589"/>
            <a:ext cx="2390274" cy="1219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663039" y="4265605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039" y="4265605"/>
                <a:ext cx="665747" cy="369332"/>
              </a:xfrm>
              <a:prstGeom prst="rect">
                <a:avLst/>
              </a:prstGeom>
              <a:blipFill rotWithShape="0">
                <a:blip r:embed="rId2"/>
                <a:stretch>
                  <a:fillRect t="-18333" r="-2568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694701" y="3406681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701" y="3406681"/>
                <a:ext cx="665747" cy="399084"/>
              </a:xfrm>
              <a:prstGeom prst="rect">
                <a:avLst/>
              </a:prstGeom>
              <a:blipFill rotWithShape="0">
                <a:blip r:embed="rId3"/>
                <a:stretch>
                  <a:fillRect t="-15385" r="-26606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127764" y="3479673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64" y="3479673"/>
                <a:ext cx="251094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29268" r="-2682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11"/>
          <p:cNvSpPr/>
          <p:nvPr/>
        </p:nvSpPr>
        <p:spPr>
          <a:xfrm rot="1774276">
            <a:off x="370648" y="3745700"/>
            <a:ext cx="1024253" cy="956078"/>
          </a:xfrm>
          <a:prstGeom prst="arc">
            <a:avLst>
              <a:gd name="adj1" fmla="val 14075201"/>
              <a:gd name="adj2" fmla="val 18185909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677129" y="3754847"/>
            <a:ext cx="167588" cy="72090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4007372" y="4461121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372" y="4461121"/>
                <a:ext cx="665747" cy="399084"/>
              </a:xfrm>
              <a:prstGeom prst="rect">
                <a:avLst/>
              </a:prstGeom>
              <a:blipFill rotWithShape="0">
                <a:blip r:embed="rId5"/>
                <a:stretch>
                  <a:fillRect l="-8182" t="-15385" r="-53636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60950" y="1058415"/>
            <a:ext cx="24838" cy="3489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598822" y="2903257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822" y="2903257"/>
                <a:ext cx="665747" cy="369332"/>
              </a:xfrm>
              <a:prstGeom prst="rect">
                <a:avLst/>
              </a:prstGeom>
              <a:blipFill rotWithShape="0">
                <a:blip r:embed="rId6"/>
                <a:stretch>
                  <a:fillRect t="-16393" r="-26364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-131433" y="1018555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433" y="1018555"/>
                <a:ext cx="665747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16393" r="-2090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/>
          <p:nvPr/>
        </p:nvCxnSpPr>
        <p:spPr>
          <a:xfrm flipV="1">
            <a:off x="393808" y="3686028"/>
            <a:ext cx="4450909" cy="82840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02539" y="2967544"/>
            <a:ext cx="816795" cy="152424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1091044" y="2637994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44" y="2637994"/>
                <a:ext cx="665747" cy="399084"/>
              </a:xfrm>
              <a:prstGeom prst="rect">
                <a:avLst/>
              </a:prstGeom>
              <a:blipFill rotWithShape="0">
                <a:blip r:embed="rId8"/>
                <a:stretch>
                  <a:fillRect t="-15385" r="-26606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/>
              <p:cNvSpPr txBox="1"/>
              <p:nvPr/>
            </p:nvSpPr>
            <p:spPr>
              <a:xfrm>
                <a:off x="2581336" y="4097932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336" y="4097932"/>
                <a:ext cx="251094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28571" r="-23810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/>
          <p:cNvSpPr/>
          <p:nvPr/>
        </p:nvSpPr>
        <p:spPr>
          <a:xfrm rot="1774276">
            <a:off x="1405363" y="3804560"/>
            <a:ext cx="1024253" cy="956078"/>
          </a:xfrm>
          <a:prstGeom prst="arc">
            <a:avLst>
              <a:gd name="adj1" fmla="val 18776831"/>
              <a:gd name="adj2" fmla="val 2137067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352928" y="1079678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28" y="1079678"/>
                <a:ext cx="665747" cy="399084"/>
              </a:xfrm>
              <a:prstGeom prst="rect">
                <a:avLst/>
              </a:prstGeom>
              <a:blipFill rotWithShape="0">
                <a:blip r:embed="rId10"/>
                <a:stretch>
                  <a:fillRect t="-13636" r="-2110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 flipV="1">
            <a:off x="385788" y="1109430"/>
            <a:ext cx="24201" cy="341302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217343" y="3037078"/>
            <a:ext cx="963679" cy="56898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2189042" y="3507855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042" y="3507855"/>
                <a:ext cx="665747" cy="399084"/>
              </a:xfrm>
              <a:prstGeom prst="rect">
                <a:avLst/>
              </a:prstGeom>
              <a:blipFill rotWithShape="0">
                <a:blip r:embed="rId11"/>
                <a:stretch>
                  <a:fillRect l="-13761" t="-13636" r="-5688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/>
              <p:cNvSpPr txBox="1"/>
              <p:nvPr/>
            </p:nvSpPr>
            <p:spPr>
              <a:xfrm>
                <a:off x="7624223" y="3578873"/>
                <a:ext cx="9569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9</m:t>
                      </m:r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0+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223" y="3578873"/>
                <a:ext cx="956993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7643" r="-6369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/>
          <p:cNvCxnSpPr/>
          <p:nvPr/>
        </p:nvCxnSpPr>
        <p:spPr>
          <a:xfrm flipV="1">
            <a:off x="6906127" y="4498391"/>
            <a:ext cx="4491789" cy="32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6894751" y="1279220"/>
            <a:ext cx="29244" cy="325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11197000" y="4562526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7000" y="4562526"/>
                <a:ext cx="665747" cy="369332"/>
              </a:xfrm>
              <a:prstGeom prst="rect">
                <a:avLst/>
              </a:prstGeom>
              <a:blipFill rotWithShape="0">
                <a:blip r:embed="rId13"/>
                <a:stretch>
                  <a:fillRect t="-16393" r="-2568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/>
              <p:cNvSpPr txBox="1"/>
              <p:nvPr/>
            </p:nvSpPr>
            <p:spPr>
              <a:xfrm>
                <a:off x="6624148" y="938872"/>
                <a:ext cx="6657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148" y="938872"/>
                <a:ext cx="665747" cy="369332"/>
              </a:xfrm>
              <a:prstGeom prst="rect">
                <a:avLst/>
              </a:prstGeom>
              <a:blipFill rotWithShape="0">
                <a:blip r:embed="rId14"/>
                <a:stretch>
                  <a:fillRect t="-16393" r="-2660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/>
          <p:cNvCxnSpPr/>
          <p:nvPr/>
        </p:nvCxnSpPr>
        <p:spPr>
          <a:xfrm flipV="1">
            <a:off x="6947007" y="3479673"/>
            <a:ext cx="4283320" cy="102815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c 59"/>
          <p:cNvSpPr/>
          <p:nvPr/>
        </p:nvSpPr>
        <p:spPr>
          <a:xfrm rot="1774276">
            <a:off x="7725562" y="3852686"/>
            <a:ext cx="1024253" cy="956078"/>
          </a:xfrm>
          <a:prstGeom prst="arc">
            <a:avLst>
              <a:gd name="adj1" fmla="val 18229023"/>
              <a:gd name="adj2" fmla="val 2099343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8740506" y="4080939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506" y="4080939"/>
                <a:ext cx="251094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29268" r="-26829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/>
          <p:cNvCxnSpPr/>
          <p:nvPr/>
        </p:nvCxnSpPr>
        <p:spPr>
          <a:xfrm flipH="1" flipV="1">
            <a:off x="5835206" y="1478762"/>
            <a:ext cx="1053908" cy="300810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545043" y="2667746"/>
                <a:ext cx="25109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043" y="2667746"/>
                <a:ext cx="251094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29268" r="-2682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Arc 65"/>
          <p:cNvSpPr/>
          <p:nvPr/>
        </p:nvSpPr>
        <p:spPr>
          <a:xfrm rot="264603">
            <a:off x="6259115" y="3036797"/>
            <a:ext cx="1024253" cy="956078"/>
          </a:xfrm>
          <a:prstGeom prst="arc">
            <a:avLst>
              <a:gd name="adj1" fmla="val 13220660"/>
              <a:gd name="adj2" fmla="val 1729799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11100057" y="3207139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0057" y="3207139"/>
                <a:ext cx="665747" cy="399084"/>
              </a:xfrm>
              <a:prstGeom prst="rect">
                <a:avLst/>
              </a:prstGeom>
              <a:blipFill rotWithShape="0">
                <a:blip r:embed="rId17"/>
                <a:stretch>
                  <a:fillRect t="-13636" r="-25688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5317375" y="1169406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375" y="1169406"/>
                <a:ext cx="665747" cy="399084"/>
              </a:xfrm>
              <a:prstGeom prst="rect">
                <a:avLst/>
              </a:prstGeom>
              <a:blipFill rotWithShape="0">
                <a:blip r:embed="rId18"/>
                <a:stretch>
                  <a:fillRect t="-15385" r="-27523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/>
          <p:nvPr/>
        </p:nvCxnSpPr>
        <p:spPr>
          <a:xfrm flipH="1">
            <a:off x="11197000" y="3483140"/>
            <a:ext cx="33327" cy="99260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/>
              <p:cNvSpPr txBox="1"/>
              <p:nvPr/>
            </p:nvSpPr>
            <p:spPr>
              <a:xfrm>
                <a:off x="10518097" y="4085285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8097" y="4085285"/>
                <a:ext cx="665747" cy="399084"/>
              </a:xfrm>
              <a:prstGeom prst="rect">
                <a:avLst/>
              </a:prstGeom>
              <a:blipFill rotWithShape="0">
                <a:blip r:embed="rId19"/>
                <a:stretch>
                  <a:fillRect l="-8182" t="-13636" r="-5363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/>
          <p:cNvCxnSpPr/>
          <p:nvPr/>
        </p:nvCxnSpPr>
        <p:spPr>
          <a:xfrm>
            <a:off x="5926061" y="1491251"/>
            <a:ext cx="940801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6247339" y="1510197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339" y="1510197"/>
                <a:ext cx="665747" cy="399084"/>
              </a:xfrm>
              <a:prstGeom prst="rect">
                <a:avLst/>
              </a:prstGeom>
              <a:blipFill rotWithShape="0">
                <a:blip r:embed="rId20"/>
                <a:stretch>
                  <a:fillRect l="-14679" t="-15385" r="-55963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Connector 77"/>
          <p:cNvCxnSpPr/>
          <p:nvPr/>
        </p:nvCxnSpPr>
        <p:spPr>
          <a:xfrm flipH="1" flipV="1">
            <a:off x="5646193" y="4505813"/>
            <a:ext cx="3442474" cy="5255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5853333" y="1534689"/>
            <a:ext cx="12138" cy="297112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Arc 82"/>
          <p:cNvSpPr/>
          <p:nvPr/>
        </p:nvSpPr>
        <p:spPr>
          <a:xfrm rot="8056155">
            <a:off x="5953653" y="3340689"/>
            <a:ext cx="1872444" cy="2023457"/>
          </a:xfrm>
          <a:prstGeom prst="arc">
            <a:avLst>
              <a:gd name="adj1" fmla="val 6776300"/>
              <a:gd name="adj2" fmla="val 14130147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/>
              <p:cNvSpPr txBox="1"/>
              <p:nvPr/>
            </p:nvSpPr>
            <p:spPr>
              <a:xfrm>
                <a:off x="6978448" y="3066041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448" y="3066041"/>
                <a:ext cx="665747" cy="399084"/>
              </a:xfrm>
              <a:prstGeom prst="rect">
                <a:avLst/>
              </a:prstGeom>
              <a:blipFill rotWithShape="0">
                <a:blip r:embed="rId21"/>
                <a:stretch>
                  <a:fillRect l="-9174" t="-15385" r="-55046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/>
          <p:cNvCxnSpPr/>
          <p:nvPr/>
        </p:nvCxnSpPr>
        <p:spPr>
          <a:xfrm>
            <a:off x="6934419" y="1320621"/>
            <a:ext cx="979228" cy="291374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/>
              <p:cNvSpPr txBox="1"/>
              <p:nvPr/>
            </p:nvSpPr>
            <p:spPr>
              <a:xfrm>
                <a:off x="6866862" y="4009024"/>
                <a:ext cx="95699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90−</m:t>
                      </m:r>
                      <m:r>
                        <a:rPr lang="en-US" sz="24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8" name="TextBox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862" y="4009024"/>
                <a:ext cx="956993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7006" r="-636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Arc 88"/>
          <p:cNvSpPr/>
          <p:nvPr/>
        </p:nvSpPr>
        <p:spPr>
          <a:xfrm rot="2924631">
            <a:off x="6444896" y="3977041"/>
            <a:ext cx="1024253" cy="956078"/>
          </a:xfrm>
          <a:prstGeom prst="arc">
            <a:avLst>
              <a:gd name="adj1" fmla="val 13220660"/>
              <a:gd name="adj2" fmla="val 18149976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/>
              <p:cNvSpPr txBox="1"/>
              <p:nvPr/>
            </p:nvSpPr>
            <p:spPr>
              <a:xfrm>
                <a:off x="5756351" y="4508617"/>
                <a:ext cx="665747" cy="399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.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 smtClean="0">
                                  <a:latin typeface="Cambria Math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351" y="4508617"/>
                <a:ext cx="665747" cy="399084"/>
              </a:xfrm>
              <a:prstGeom prst="rect">
                <a:avLst/>
              </a:prstGeom>
              <a:blipFill rotWithShape="0">
                <a:blip r:embed="rId23"/>
                <a:stretch>
                  <a:fillRect l="-13761" t="-15385" r="-55963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/>
          <p:cNvCxnSpPr/>
          <p:nvPr/>
        </p:nvCxnSpPr>
        <p:spPr>
          <a:xfrm>
            <a:off x="4166119" y="2667746"/>
            <a:ext cx="1073064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 flipV="1">
            <a:off x="6900490" y="3435250"/>
            <a:ext cx="4313173" cy="4442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86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114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Cambria Math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10</cp:revision>
  <cp:lastPrinted>2017-07-21T21:45:33Z</cp:lastPrinted>
  <dcterms:created xsi:type="dcterms:W3CDTF">2017-07-20T12:50:43Z</dcterms:created>
  <dcterms:modified xsi:type="dcterms:W3CDTF">2017-07-21T21:46:19Z</dcterms:modified>
</cp:coreProperties>
</file>