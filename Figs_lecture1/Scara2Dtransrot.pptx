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9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AA580-59D5-4548-A18D-A09893A8A573}" type="datetimeFigureOut">
              <a:rPr lang="en-US" smtClean="0"/>
              <a:t>12/5/20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C145B-56E2-9F4D-B308-7F4FEBAC6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901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AA580-59D5-4548-A18D-A09893A8A573}" type="datetimeFigureOut">
              <a:rPr lang="en-US" smtClean="0"/>
              <a:t>12/5/20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C145B-56E2-9F4D-B308-7F4FEBAC6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331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AA580-59D5-4548-A18D-A09893A8A573}" type="datetimeFigureOut">
              <a:rPr lang="en-US" smtClean="0"/>
              <a:t>12/5/20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C145B-56E2-9F4D-B308-7F4FEBAC6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705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AA580-59D5-4548-A18D-A09893A8A573}" type="datetimeFigureOut">
              <a:rPr lang="en-US" smtClean="0"/>
              <a:t>12/5/20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C145B-56E2-9F4D-B308-7F4FEBAC6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718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AA580-59D5-4548-A18D-A09893A8A573}" type="datetimeFigureOut">
              <a:rPr lang="en-US" smtClean="0"/>
              <a:t>12/5/20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C145B-56E2-9F4D-B308-7F4FEBAC6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45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AA580-59D5-4548-A18D-A09893A8A573}" type="datetimeFigureOut">
              <a:rPr lang="en-US" smtClean="0"/>
              <a:t>12/5/20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C145B-56E2-9F4D-B308-7F4FEBAC6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640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AA580-59D5-4548-A18D-A09893A8A573}" type="datetimeFigureOut">
              <a:rPr lang="en-US" smtClean="0"/>
              <a:t>12/5/20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C145B-56E2-9F4D-B308-7F4FEBAC6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829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AA580-59D5-4548-A18D-A09893A8A573}" type="datetimeFigureOut">
              <a:rPr lang="en-US" smtClean="0"/>
              <a:t>12/5/20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C145B-56E2-9F4D-B308-7F4FEBAC6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165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AA580-59D5-4548-A18D-A09893A8A573}" type="datetimeFigureOut">
              <a:rPr lang="en-US" smtClean="0"/>
              <a:t>12/5/20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C145B-56E2-9F4D-B308-7F4FEBAC6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046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AA580-59D5-4548-A18D-A09893A8A573}" type="datetimeFigureOut">
              <a:rPr lang="en-US" smtClean="0"/>
              <a:t>12/5/20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C145B-56E2-9F4D-B308-7F4FEBAC6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45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AA580-59D5-4548-A18D-A09893A8A573}" type="datetimeFigureOut">
              <a:rPr lang="en-US" smtClean="0"/>
              <a:t>12/5/20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C145B-56E2-9F4D-B308-7F4FEBAC6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076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1AA580-59D5-4548-A18D-A09893A8A573}" type="datetimeFigureOut">
              <a:rPr lang="en-US" smtClean="0"/>
              <a:t>12/5/20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2C145B-56E2-9F4D-B308-7F4FEBAC6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312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2.emf"/><Relationship Id="rId12" Type="http://schemas.openxmlformats.org/officeDocument/2006/relationships/image" Target="../media/image8.png"/><Relationship Id="rId17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2.png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7.png"/><Relationship Id="rId5" Type="http://schemas.openxmlformats.org/officeDocument/2006/relationships/image" Target="../media/image1.emf"/><Relationship Id="rId15" Type="http://schemas.openxmlformats.org/officeDocument/2006/relationships/image" Target="../media/image11.png"/><Relationship Id="rId10" Type="http://schemas.openxmlformats.org/officeDocument/2006/relationships/image" Target="../media/image6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5.png"/><Relationship Id="rId1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28149" y="2007220"/>
            <a:ext cx="3363392" cy="239619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5824292" y="1146161"/>
            <a:ext cx="2686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Top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149" y="1476233"/>
            <a:ext cx="2686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Industrial </a:t>
            </a:r>
            <a:r>
              <a:rPr lang="en-US" dirty="0" err="1"/>
              <a:t>Scara</a:t>
            </a:r>
            <a:r>
              <a:rPr lang="en-US" dirty="0"/>
              <a:t> robot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4670148" y="4345446"/>
            <a:ext cx="1268415" cy="136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4670148" y="3076075"/>
            <a:ext cx="0" cy="126937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4670148" y="2898037"/>
            <a:ext cx="1488439" cy="1447409"/>
          </a:xfrm>
          <a:prstGeom prst="line">
            <a:avLst/>
          </a:prstGeom>
          <a:ln w="76200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128202" y="2939053"/>
            <a:ext cx="1996763" cy="614427"/>
          </a:xfrm>
          <a:prstGeom prst="line">
            <a:avLst/>
          </a:prstGeom>
          <a:ln w="76200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Arc 24"/>
          <p:cNvSpPr/>
          <p:nvPr/>
        </p:nvSpPr>
        <p:spPr>
          <a:xfrm>
            <a:off x="4096621" y="3758300"/>
            <a:ext cx="1147053" cy="1242564"/>
          </a:xfrm>
          <a:prstGeom prst="arc">
            <a:avLst>
              <a:gd name="adj1" fmla="val 18813458"/>
              <a:gd name="adj2" fmla="val 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/>
          <p:cNvCxnSpPr/>
          <p:nvPr/>
        </p:nvCxnSpPr>
        <p:spPr>
          <a:xfrm flipV="1">
            <a:off x="5748925" y="1996862"/>
            <a:ext cx="1283608" cy="132449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Arc 31"/>
          <p:cNvSpPr/>
          <p:nvPr/>
        </p:nvSpPr>
        <p:spPr>
          <a:xfrm>
            <a:off x="5554675" y="2338225"/>
            <a:ext cx="1147053" cy="1242564"/>
          </a:xfrm>
          <a:prstGeom prst="arc">
            <a:avLst>
              <a:gd name="adj1" fmla="val 18813458"/>
              <a:gd name="adj2" fmla="val 803505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3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2840836"/>
              </p:ext>
            </p:extLst>
          </p:nvPr>
        </p:nvGraphicFramePr>
        <p:xfrm>
          <a:off x="5243674" y="3735789"/>
          <a:ext cx="447456" cy="5966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" name="Equation" r:id="rId4" imgW="152400" imgH="203200" progId="Equation.3">
                  <p:embed/>
                </p:oleObj>
              </mc:Choice>
              <mc:Fallback>
                <p:oleObj name="Equation" r:id="rId4" imgW="152400" imgH="203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243674" y="3735789"/>
                        <a:ext cx="447456" cy="5966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7683500"/>
              </p:ext>
            </p:extLst>
          </p:nvPr>
        </p:nvGraphicFramePr>
        <p:xfrm>
          <a:off x="6684963" y="2343201"/>
          <a:ext cx="482600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" name="Equation" r:id="rId6" imgW="165100" imgH="203200" progId="Equation.3">
                  <p:embed/>
                </p:oleObj>
              </mc:Choice>
              <mc:Fallback>
                <p:oleObj name="Equation" r:id="rId6" imgW="165100" imgH="203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684963" y="2343201"/>
                        <a:ext cx="482600" cy="595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E0BE023-BC5C-C84D-9D87-E66BD249B0EA}"/>
                  </a:ext>
                </a:extLst>
              </p:cNvPr>
              <p:cNvSpPr txBox="1"/>
              <p:nvPr/>
            </p:nvSpPr>
            <p:spPr>
              <a:xfrm>
                <a:off x="8131268" y="3307091"/>
                <a:ext cx="26718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E0BE023-BC5C-C84D-9D87-E66BD249B0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1268" y="3307091"/>
                <a:ext cx="267188" cy="369332"/>
              </a:xfrm>
              <a:prstGeom prst="rect">
                <a:avLst/>
              </a:prstGeom>
              <a:blipFill>
                <a:blip r:embed="rId8"/>
                <a:stretch>
                  <a:fillRect l="-27273" r="-22727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185A0BA-ADD9-9F44-B4BC-6F680F6FF561}"/>
                  </a:ext>
                </a:extLst>
              </p:cNvPr>
              <p:cNvSpPr txBox="1"/>
              <p:nvPr/>
            </p:nvSpPr>
            <p:spPr>
              <a:xfrm>
                <a:off x="3267340" y="2663355"/>
                <a:ext cx="26718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185A0BA-ADD9-9F44-B4BC-6F680F6FF5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7340" y="2663355"/>
                <a:ext cx="267188" cy="369332"/>
              </a:xfrm>
              <a:prstGeom prst="rect">
                <a:avLst/>
              </a:prstGeom>
              <a:blipFill>
                <a:blip r:embed="rId9"/>
                <a:stretch>
                  <a:fillRect l="-22727" r="-22727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622A881-5255-154A-9A2A-5224C9295B32}"/>
                  </a:ext>
                </a:extLst>
              </p:cNvPr>
              <p:cNvSpPr txBox="1"/>
              <p:nvPr/>
            </p:nvSpPr>
            <p:spPr>
              <a:xfrm>
                <a:off x="5868510" y="2977718"/>
                <a:ext cx="66574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622A881-5255-154A-9A2A-5224C9295B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8510" y="2977718"/>
                <a:ext cx="665747" cy="369332"/>
              </a:xfrm>
              <a:prstGeom prst="rect">
                <a:avLst/>
              </a:prstGeom>
              <a:blipFill>
                <a:blip r:embed="rId10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F9FCBD0-BE91-B94A-B7D0-1E326D9728D1}"/>
                  </a:ext>
                </a:extLst>
              </p:cNvPr>
              <p:cNvSpPr txBox="1"/>
              <p:nvPr/>
            </p:nvSpPr>
            <p:spPr>
              <a:xfrm>
                <a:off x="1922131" y="2491089"/>
                <a:ext cx="66574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F9FCBD0-BE91-B94A-B7D0-1E326D972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2131" y="2491089"/>
                <a:ext cx="665747" cy="369332"/>
              </a:xfrm>
              <a:prstGeom prst="rect">
                <a:avLst/>
              </a:prstGeom>
              <a:blipFill>
                <a:blip r:embed="rId11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2FC1754-C693-F646-86D7-539A56C368CC}"/>
                  </a:ext>
                </a:extLst>
              </p:cNvPr>
              <p:cNvSpPr txBox="1"/>
              <p:nvPr/>
            </p:nvSpPr>
            <p:spPr>
              <a:xfrm>
                <a:off x="1113155" y="2948699"/>
                <a:ext cx="66574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2FC1754-C693-F646-86D7-539A56C368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155" y="2948699"/>
                <a:ext cx="665747" cy="369332"/>
              </a:xfrm>
              <a:prstGeom prst="rect">
                <a:avLst/>
              </a:prstGeom>
              <a:blipFill>
                <a:blip r:embed="rId1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5CE5F18-266A-934C-AB73-CF90426B7135}"/>
                  </a:ext>
                </a:extLst>
              </p:cNvPr>
              <p:cNvSpPr txBox="1"/>
              <p:nvPr/>
            </p:nvSpPr>
            <p:spPr>
              <a:xfrm>
                <a:off x="4277509" y="4332397"/>
                <a:ext cx="66574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5CE5F18-266A-934C-AB73-CF90426B71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7509" y="4332397"/>
                <a:ext cx="665747" cy="369332"/>
              </a:xfrm>
              <a:prstGeom prst="rect">
                <a:avLst/>
              </a:prstGeom>
              <a:blipFill>
                <a:blip r:embed="rId1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0B9FC7E-25A8-2741-A934-99F3D93B3596}"/>
                  </a:ext>
                </a:extLst>
              </p:cNvPr>
              <p:cNvSpPr txBox="1"/>
              <p:nvPr/>
            </p:nvSpPr>
            <p:spPr>
              <a:xfrm>
                <a:off x="4175025" y="2741307"/>
                <a:ext cx="66574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𝑌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0B9FC7E-25A8-2741-A934-99F3D93B35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5025" y="2741307"/>
                <a:ext cx="665747" cy="369332"/>
              </a:xfrm>
              <a:prstGeom prst="rect">
                <a:avLst/>
              </a:prstGeom>
              <a:blipFill>
                <a:blip r:embed="rId14"/>
                <a:stretch>
                  <a:fillRect b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B291CA3-B5F2-2541-944E-27F271DDE5F6}"/>
                  </a:ext>
                </a:extLst>
              </p:cNvPr>
              <p:cNvSpPr txBox="1"/>
              <p:nvPr/>
            </p:nvSpPr>
            <p:spPr>
              <a:xfrm>
                <a:off x="5724982" y="4411519"/>
                <a:ext cx="66574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B291CA3-B5F2-2541-944E-27F271DDE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982" y="4411519"/>
                <a:ext cx="665747" cy="369332"/>
              </a:xfrm>
              <a:prstGeom prst="rect">
                <a:avLst/>
              </a:prstGeom>
              <a:blipFill>
                <a:blip r:embed="rId1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5E82B3A-F337-2B4F-BCAC-D44C5088AEBB}"/>
              </a:ext>
            </a:extLst>
          </p:cNvPr>
          <p:cNvCxnSpPr>
            <a:cxnSpLocks/>
          </p:cNvCxnSpPr>
          <p:nvPr/>
        </p:nvCxnSpPr>
        <p:spPr>
          <a:xfrm flipH="1" flipV="1">
            <a:off x="5257534" y="1923657"/>
            <a:ext cx="878333" cy="100231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3BFE0A8-CB5C-BC4B-B028-47A4C53C4682}"/>
              </a:ext>
            </a:extLst>
          </p:cNvPr>
          <p:cNvCxnSpPr>
            <a:cxnSpLocks/>
          </p:cNvCxnSpPr>
          <p:nvPr/>
        </p:nvCxnSpPr>
        <p:spPr>
          <a:xfrm flipV="1">
            <a:off x="6115240" y="1835599"/>
            <a:ext cx="1077879" cy="110702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9B060E0-ADFB-D044-971B-5AB989CA7E43}"/>
                  </a:ext>
                </a:extLst>
              </p:cNvPr>
              <p:cNvSpPr txBox="1"/>
              <p:nvPr/>
            </p:nvSpPr>
            <p:spPr>
              <a:xfrm>
                <a:off x="7005853" y="1858121"/>
                <a:ext cx="66574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9B060E0-ADFB-D044-971B-5AB989CA7E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5853" y="1858121"/>
                <a:ext cx="665747" cy="369332"/>
              </a:xfrm>
              <a:prstGeom prst="rect">
                <a:avLst/>
              </a:prstGeom>
              <a:blipFill>
                <a:blip r:embed="rId1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DE6E38C-A8B3-F748-BCA7-5A21E552439B}"/>
                  </a:ext>
                </a:extLst>
              </p:cNvPr>
              <p:cNvSpPr txBox="1"/>
              <p:nvPr/>
            </p:nvSpPr>
            <p:spPr>
              <a:xfrm>
                <a:off x="4924660" y="1526634"/>
                <a:ext cx="66574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𝑌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DE6E38C-A8B3-F748-BCA7-5A21E55243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4660" y="1526634"/>
                <a:ext cx="665747" cy="369332"/>
              </a:xfrm>
              <a:prstGeom prst="rect">
                <a:avLst/>
              </a:prstGeom>
              <a:blipFill>
                <a:blip r:embed="rId17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4156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15</Words>
  <Application>Microsoft Macintosh PowerPoint</Application>
  <PresentationFormat>On-screen Show (4:3)</PresentationFormat>
  <Paragraphs>12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 Math</vt:lpstr>
      <vt:lpstr>Office Theme</vt:lpstr>
      <vt:lpstr>Equation</vt:lpstr>
      <vt:lpstr>PowerPoint Presentation</vt:lpstr>
    </vt:vector>
  </TitlesOfParts>
  <Manager/>
  <Company>King's College London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Thrishantha Nanayakkara</dc:creator>
  <cp:keywords/>
  <dc:description/>
  <cp:lastModifiedBy>Nanayakkara, Thrishantha</cp:lastModifiedBy>
  <cp:revision>7</cp:revision>
  <dcterms:created xsi:type="dcterms:W3CDTF">2015-10-12T14:39:31Z</dcterms:created>
  <dcterms:modified xsi:type="dcterms:W3CDTF">2020-12-05T19:13:12Z</dcterms:modified>
  <cp:category/>
</cp:coreProperties>
</file>