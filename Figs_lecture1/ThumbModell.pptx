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799263" cy="9929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9468" autoAdjust="0"/>
  </p:normalViewPr>
  <p:slideViewPr>
    <p:cSldViewPr snapToGrid="0" snapToObjects="1">
      <p:cViewPr>
        <p:scale>
          <a:sx n="150" d="100"/>
          <a:sy n="150" d="100"/>
        </p:scale>
        <p:origin x="416" y="-8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emf"/><Relationship Id="rId20" Type="http://schemas.openxmlformats.org/officeDocument/2006/relationships/image" Target="../media/image20.wmf"/><Relationship Id="rId21" Type="http://schemas.openxmlformats.org/officeDocument/2006/relationships/image" Target="../media/image21.wmf"/><Relationship Id="rId22" Type="http://schemas.openxmlformats.org/officeDocument/2006/relationships/image" Target="../media/image22.wmf"/><Relationship Id="rId23" Type="http://schemas.openxmlformats.org/officeDocument/2006/relationships/image" Target="../media/image23.wmf"/><Relationship Id="rId24" Type="http://schemas.openxmlformats.org/officeDocument/2006/relationships/image" Target="../media/image24.wmf"/><Relationship Id="rId25" Type="http://schemas.openxmlformats.org/officeDocument/2006/relationships/image" Target="../media/image25.wmf"/><Relationship Id="rId26" Type="http://schemas.openxmlformats.org/officeDocument/2006/relationships/image" Target="../media/image26.wmf"/><Relationship Id="rId27" Type="http://schemas.openxmlformats.org/officeDocument/2006/relationships/image" Target="../media/image27.wmf"/><Relationship Id="rId28" Type="http://schemas.openxmlformats.org/officeDocument/2006/relationships/image" Target="../media/image28.wmf"/><Relationship Id="rId29" Type="http://schemas.openxmlformats.org/officeDocument/2006/relationships/image" Target="../media/image29.wmf"/><Relationship Id="rId30" Type="http://schemas.openxmlformats.org/officeDocument/2006/relationships/image" Target="../media/image30.wmf"/><Relationship Id="rId31" Type="http://schemas.openxmlformats.org/officeDocument/2006/relationships/image" Target="../media/image31.emf"/><Relationship Id="rId10" Type="http://schemas.openxmlformats.org/officeDocument/2006/relationships/image" Target="../media/image10.emf"/><Relationship Id="rId11" Type="http://schemas.openxmlformats.org/officeDocument/2006/relationships/image" Target="../media/image11.emf"/><Relationship Id="rId12" Type="http://schemas.openxmlformats.org/officeDocument/2006/relationships/image" Target="../media/image12.emf"/><Relationship Id="rId13" Type="http://schemas.openxmlformats.org/officeDocument/2006/relationships/image" Target="../media/image13.wmf"/><Relationship Id="rId14" Type="http://schemas.openxmlformats.org/officeDocument/2006/relationships/image" Target="../media/image14.emf"/><Relationship Id="rId15" Type="http://schemas.openxmlformats.org/officeDocument/2006/relationships/image" Target="../media/image15.emf"/><Relationship Id="rId16" Type="http://schemas.openxmlformats.org/officeDocument/2006/relationships/image" Target="../media/image16.emf"/><Relationship Id="rId17" Type="http://schemas.openxmlformats.org/officeDocument/2006/relationships/image" Target="../media/image17.wmf"/><Relationship Id="rId18" Type="http://schemas.openxmlformats.org/officeDocument/2006/relationships/image" Target="../media/image18.emf"/><Relationship Id="rId19" Type="http://schemas.openxmlformats.org/officeDocument/2006/relationships/image" Target="../media/image19.wmf"/><Relationship Id="rId1" Type="http://schemas.openxmlformats.org/officeDocument/2006/relationships/image" Target="../media/image1.emf"/><Relationship Id="rId2" Type="http://schemas.openxmlformats.org/officeDocument/2006/relationships/image" Target="../media/image2.wmf"/><Relationship Id="rId3" Type="http://schemas.openxmlformats.org/officeDocument/2006/relationships/image" Target="../media/image3.emf"/><Relationship Id="rId4" Type="http://schemas.openxmlformats.org/officeDocument/2006/relationships/image" Target="../media/image4.wmf"/><Relationship Id="rId5" Type="http://schemas.openxmlformats.org/officeDocument/2006/relationships/image" Target="../media/image5.emf"/><Relationship Id="rId6" Type="http://schemas.openxmlformats.org/officeDocument/2006/relationships/image" Target="../media/image6.emf"/><Relationship Id="rId7" Type="http://schemas.openxmlformats.org/officeDocument/2006/relationships/image" Target="../media/image7.emf"/><Relationship Id="rId8" Type="http://schemas.openxmlformats.org/officeDocument/2006/relationships/image" Target="../media/image8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E2065-3AA8-B64C-9A74-7FF690E7379E}" type="datetimeFigureOut">
              <a:rPr lang="en-US" smtClean="0"/>
              <a:t>10/15/17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6891A-13BD-9247-A5E5-155267E51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62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E2065-3AA8-B64C-9A74-7FF690E7379E}" type="datetimeFigureOut">
              <a:rPr lang="en-US" smtClean="0"/>
              <a:t>10/15/17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6891A-13BD-9247-A5E5-155267E51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54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E2065-3AA8-B64C-9A74-7FF690E7379E}" type="datetimeFigureOut">
              <a:rPr lang="en-US" smtClean="0"/>
              <a:t>10/15/17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6891A-13BD-9247-A5E5-155267E51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85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E2065-3AA8-B64C-9A74-7FF690E7379E}" type="datetimeFigureOut">
              <a:rPr lang="en-US" smtClean="0"/>
              <a:t>10/15/17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6891A-13BD-9247-A5E5-155267E51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544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E2065-3AA8-B64C-9A74-7FF690E7379E}" type="datetimeFigureOut">
              <a:rPr lang="en-US" smtClean="0"/>
              <a:t>10/15/17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6891A-13BD-9247-A5E5-155267E51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17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E2065-3AA8-B64C-9A74-7FF690E7379E}" type="datetimeFigureOut">
              <a:rPr lang="en-US" smtClean="0"/>
              <a:t>10/15/17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6891A-13BD-9247-A5E5-155267E51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08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E2065-3AA8-B64C-9A74-7FF690E7379E}" type="datetimeFigureOut">
              <a:rPr lang="en-US" smtClean="0"/>
              <a:t>10/15/17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6891A-13BD-9247-A5E5-155267E51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49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E2065-3AA8-B64C-9A74-7FF690E7379E}" type="datetimeFigureOut">
              <a:rPr lang="en-US" smtClean="0"/>
              <a:t>10/15/17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6891A-13BD-9247-A5E5-155267E51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16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E2065-3AA8-B64C-9A74-7FF690E7379E}" type="datetimeFigureOut">
              <a:rPr lang="en-US" smtClean="0"/>
              <a:t>10/15/17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6891A-13BD-9247-A5E5-155267E51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97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E2065-3AA8-B64C-9A74-7FF690E7379E}" type="datetimeFigureOut">
              <a:rPr lang="en-US" smtClean="0"/>
              <a:t>10/15/17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6891A-13BD-9247-A5E5-155267E51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810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E2065-3AA8-B64C-9A74-7FF690E7379E}" type="datetimeFigureOut">
              <a:rPr lang="en-US" smtClean="0"/>
              <a:t>10/15/17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6891A-13BD-9247-A5E5-155267E51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46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E2065-3AA8-B64C-9A74-7FF690E7379E}" type="datetimeFigureOut">
              <a:rPr lang="en-US" smtClean="0"/>
              <a:t>10/15/17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76891A-13BD-9247-A5E5-155267E51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32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emf"/><Relationship Id="rId14" Type="http://schemas.openxmlformats.org/officeDocument/2006/relationships/oleObject" Target="../embeddings/oleObject6.bin"/><Relationship Id="rId15" Type="http://schemas.openxmlformats.org/officeDocument/2006/relationships/image" Target="../media/image6.emf"/><Relationship Id="rId16" Type="http://schemas.openxmlformats.org/officeDocument/2006/relationships/oleObject" Target="../embeddings/oleObject7.bin"/><Relationship Id="rId17" Type="http://schemas.openxmlformats.org/officeDocument/2006/relationships/image" Target="../media/image7.emf"/><Relationship Id="rId18" Type="http://schemas.openxmlformats.org/officeDocument/2006/relationships/oleObject" Target="../embeddings/oleObject8.bin"/><Relationship Id="rId19" Type="http://schemas.openxmlformats.org/officeDocument/2006/relationships/image" Target="../media/image8.emf"/><Relationship Id="rId63" Type="http://schemas.openxmlformats.org/officeDocument/2006/relationships/image" Target="../media/image30.wmf"/><Relationship Id="rId64" Type="http://schemas.openxmlformats.org/officeDocument/2006/relationships/oleObject" Target="../embeddings/oleObject31.bin"/><Relationship Id="rId65" Type="http://schemas.openxmlformats.org/officeDocument/2006/relationships/image" Target="../media/image31.emf"/><Relationship Id="rId66" Type="http://schemas.openxmlformats.org/officeDocument/2006/relationships/image" Target="../media/image33.png"/><Relationship Id="rId67" Type="http://schemas.openxmlformats.org/officeDocument/2006/relationships/image" Target="../media/image34.png"/><Relationship Id="rId68" Type="http://schemas.openxmlformats.org/officeDocument/2006/relationships/image" Target="../media/image35.png"/><Relationship Id="rId50" Type="http://schemas.openxmlformats.org/officeDocument/2006/relationships/oleObject" Target="../embeddings/oleObject24.bin"/><Relationship Id="rId51" Type="http://schemas.openxmlformats.org/officeDocument/2006/relationships/image" Target="../media/image24.wmf"/><Relationship Id="rId52" Type="http://schemas.openxmlformats.org/officeDocument/2006/relationships/oleObject" Target="../embeddings/oleObject25.bin"/><Relationship Id="rId53" Type="http://schemas.openxmlformats.org/officeDocument/2006/relationships/image" Target="../media/image25.wmf"/><Relationship Id="rId54" Type="http://schemas.openxmlformats.org/officeDocument/2006/relationships/oleObject" Target="../embeddings/oleObject26.bin"/><Relationship Id="rId55" Type="http://schemas.openxmlformats.org/officeDocument/2006/relationships/image" Target="../media/image26.wmf"/><Relationship Id="rId56" Type="http://schemas.openxmlformats.org/officeDocument/2006/relationships/oleObject" Target="../embeddings/oleObject27.bin"/><Relationship Id="rId57" Type="http://schemas.openxmlformats.org/officeDocument/2006/relationships/image" Target="../media/image27.wmf"/><Relationship Id="rId58" Type="http://schemas.openxmlformats.org/officeDocument/2006/relationships/oleObject" Target="../embeddings/oleObject28.bin"/><Relationship Id="rId59" Type="http://schemas.openxmlformats.org/officeDocument/2006/relationships/image" Target="../media/image28.wmf"/><Relationship Id="rId40" Type="http://schemas.openxmlformats.org/officeDocument/2006/relationships/oleObject" Target="../embeddings/oleObject19.bin"/><Relationship Id="rId41" Type="http://schemas.openxmlformats.org/officeDocument/2006/relationships/image" Target="../media/image19.wmf"/><Relationship Id="rId42" Type="http://schemas.openxmlformats.org/officeDocument/2006/relationships/oleObject" Target="../embeddings/oleObject20.bin"/><Relationship Id="rId43" Type="http://schemas.openxmlformats.org/officeDocument/2006/relationships/image" Target="../media/image20.wmf"/><Relationship Id="rId44" Type="http://schemas.openxmlformats.org/officeDocument/2006/relationships/oleObject" Target="../embeddings/oleObject21.bin"/><Relationship Id="rId45" Type="http://schemas.openxmlformats.org/officeDocument/2006/relationships/image" Target="../media/image21.wmf"/><Relationship Id="rId46" Type="http://schemas.openxmlformats.org/officeDocument/2006/relationships/oleObject" Target="../embeddings/oleObject22.bin"/><Relationship Id="rId47" Type="http://schemas.openxmlformats.org/officeDocument/2006/relationships/image" Target="../media/image22.wmf"/><Relationship Id="rId48" Type="http://schemas.openxmlformats.org/officeDocument/2006/relationships/oleObject" Target="../embeddings/oleObject23.bin"/><Relationship Id="rId49" Type="http://schemas.openxmlformats.org/officeDocument/2006/relationships/image" Target="../media/image23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3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oleObject" Target="../embeddings/oleObject2.bin"/><Relationship Id="rId7" Type="http://schemas.openxmlformats.org/officeDocument/2006/relationships/image" Target="../media/image2.wmf"/><Relationship Id="rId8" Type="http://schemas.openxmlformats.org/officeDocument/2006/relationships/oleObject" Target="../embeddings/oleObject3.bin"/><Relationship Id="rId9" Type="http://schemas.openxmlformats.org/officeDocument/2006/relationships/image" Target="../media/image3.emf"/><Relationship Id="rId30" Type="http://schemas.openxmlformats.org/officeDocument/2006/relationships/oleObject" Target="../embeddings/oleObject14.bin"/><Relationship Id="rId31" Type="http://schemas.openxmlformats.org/officeDocument/2006/relationships/image" Target="../media/image14.emf"/><Relationship Id="rId32" Type="http://schemas.openxmlformats.org/officeDocument/2006/relationships/oleObject" Target="../embeddings/oleObject15.bin"/><Relationship Id="rId33" Type="http://schemas.openxmlformats.org/officeDocument/2006/relationships/image" Target="../media/image15.emf"/><Relationship Id="rId34" Type="http://schemas.openxmlformats.org/officeDocument/2006/relationships/oleObject" Target="../embeddings/oleObject16.bin"/><Relationship Id="rId35" Type="http://schemas.openxmlformats.org/officeDocument/2006/relationships/image" Target="../media/image16.emf"/><Relationship Id="rId36" Type="http://schemas.openxmlformats.org/officeDocument/2006/relationships/oleObject" Target="../embeddings/oleObject17.bin"/><Relationship Id="rId37" Type="http://schemas.openxmlformats.org/officeDocument/2006/relationships/image" Target="../media/image17.wmf"/><Relationship Id="rId38" Type="http://schemas.openxmlformats.org/officeDocument/2006/relationships/oleObject" Target="../embeddings/oleObject18.bin"/><Relationship Id="rId39" Type="http://schemas.openxmlformats.org/officeDocument/2006/relationships/image" Target="../media/image18.emf"/><Relationship Id="rId20" Type="http://schemas.openxmlformats.org/officeDocument/2006/relationships/oleObject" Target="../embeddings/oleObject9.bin"/><Relationship Id="rId21" Type="http://schemas.openxmlformats.org/officeDocument/2006/relationships/image" Target="../media/image9.emf"/><Relationship Id="rId22" Type="http://schemas.openxmlformats.org/officeDocument/2006/relationships/oleObject" Target="../embeddings/oleObject10.bin"/><Relationship Id="rId23" Type="http://schemas.openxmlformats.org/officeDocument/2006/relationships/image" Target="../media/image10.emf"/><Relationship Id="rId24" Type="http://schemas.openxmlformats.org/officeDocument/2006/relationships/oleObject" Target="../embeddings/oleObject11.bin"/><Relationship Id="rId25" Type="http://schemas.openxmlformats.org/officeDocument/2006/relationships/image" Target="../media/image11.emf"/><Relationship Id="rId26" Type="http://schemas.openxmlformats.org/officeDocument/2006/relationships/oleObject" Target="../embeddings/oleObject12.bin"/><Relationship Id="rId27" Type="http://schemas.openxmlformats.org/officeDocument/2006/relationships/image" Target="../media/image12.emf"/><Relationship Id="rId28" Type="http://schemas.openxmlformats.org/officeDocument/2006/relationships/oleObject" Target="../embeddings/oleObject13.bin"/><Relationship Id="rId29" Type="http://schemas.openxmlformats.org/officeDocument/2006/relationships/image" Target="../media/image13.wmf"/><Relationship Id="rId60" Type="http://schemas.openxmlformats.org/officeDocument/2006/relationships/oleObject" Target="../embeddings/oleObject29.bin"/><Relationship Id="rId61" Type="http://schemas.openxmlformats.org/officeDocument/2006/relationships/image" Target="../media/image29.wmf"/><Relationship Id="rId62" Type="http://schemas.openxmlformats.org/officeDocument/2006/relationships/oleObject" Target="../embeddings/oleObject30.bin"/><Relationship Id="rId10" Type="http://schemas.openxmlformats.org/officeDocument/2006/relationships/oleObject" Target="../embeddings/oleObject4.bin"/><Relationship Id="rId11" Type="http://schemas.openxmlformats.org/officeDocument/2006/relationships/image" Target="../media/image4.wmf"/><Relationship Id="rId12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6943" r="18507"/>
          <a:stretch/>
        </p:blipFill>
        <p:spPr>
          <a:xfrm rot="1014026">
            <a:off x="-1153191" y="-2095367"/>
            <a:ext cx="8886468" cy="9448800"/>
          </a:xfrm>
          <a:prstGeom prst="rect">
            <a:avLst/>
          </a:prstGeom>
        </p:spPr>
      </p:pic>
      <p:sp>
        <p:nvSpPr>
          <p:cNvPr id="76" name="Can 75"/>
          <p:cNvSpPr/>
          <p:nvPr/>
        </p:nvSpPr>
        <p:spPr>
          <a:xfrm rot="13111915">
            <a:off x="4605567" y="4476353"/>
            <a:ext cx="239487" cy="951284"/>
          </a:xfrm>
          <a:prstGeom prst="can">
            <a:avLst>
              <a:gd name="adj" fmla="val 61346"/>
            </a:avLst>
          </a:prstGeom>
          <a:solidFill>
            <a:srgbClr val="558E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/>
          <p:cNvCxnSpPr/>
          <p:nvPr/>
        </p:nvCxnSpPr>
        <p:spPr>
          <a:xfrm flipH="1" flipV="1">
            <a:off x="4524060" y="4532066"/>
            <a:ext cx="359936" cy="1814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/>
          <p:cNvCxnSpPr/>
          <p:nvPr/>
        </p:nvCxnSpPr>
        <p:spPr>
          <a:xfrm flipV="1">
            <a:off x="5712834" y="2849562"/>
            <a:ext cx="953174" cy="769712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/>
          <p:cNvCxnSpPr/>
          <p:nvPr/>
        </p:nvCxnSpPr>
        <p:spPr>
          <a:xfrm flipV="1">
            <a:off x="6570357" y="2204574"/>
            <a:ext cx="854074" cy="734685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endCxn id="205" idx="4"/>
          </p:cNvCxnSpPr>
          <p:nvPr/>
        </p:nvCxnSpPr>
        <p:spPr>
          <a:xfrm flipV="1">
            <a:off x="5031379" y="3746182"/>
            <a:ext cx="650920" cy="807209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V="1">
            <a:off x="3112036" y="1403441"/>
            <a:ext cx="0" cy="7678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2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248407"/>
              </p:ext>
            </p:extLst>
          </p:nvPr>
        </p:nvGraphicFramePr>
        <p:xfrm>
          <a:off x="2929440" y="995141"/>
          <a:ext cx="4635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9" name="Equation" r:id="rId4" imgW="177800" imgH="215900" progId="Equation.3">
                  <p:embed/>
                </p:oleObj>
              </mc:Choice>
              <mc:Fallback>
                <p:oleObj name="Equation" r:id="rId4" imgW="177800" imgH="2159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29440" y="995141"/>
                        <a:ext cx="463550" cy="565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718195"/>
              </p:ext>
            </p:extLst>
          </p:nvPr>
        </p:nvGraphicFramePr>
        <p:xfrm>
          <a:off x="2674024" y="1567963"/>
          <a:ext cx="430213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0" name="Equation" r:id="rId6" imgW="164880" imgH="228600" progId="Equation.3">
                  <p:embed/>
                </p:oleObj>
              </mc:Choice>
              <mc:Fallback>
                <p:oleObj name="Equation" r:id="rId6" imgW="16488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74024" y="1567963"/>
                        <a:ext cx="430213" cy="598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03436"/>
              </p:ext>
            </p:extLst>
          </p:nvPr>
        </p:nvGraphicFramePr>
        <p:xfrm>
          <a:off x="3300192" y="3850715"/>
          <a:ext cx="288277" cy="386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1" name="Equation" r:id="rId8" imgW="152400" imgH="203200" progId="Equation.3">
                  <p:embed/>
                </p:oleObj>
              </mc:Choice>
              <mc:Fallback>
                <p:oleObj name="Equation" r:id="rId8" imgW="152400" imgH="20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300192" y="3850715"/>
                        <a:ext cx="288277" cy="3862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Arc 83"/>
          <p:cNvSpPr/>
          <p:nvPr/>
        </p:nvSpPr>
        <p:spPr>
          <a:xfrm rot="6129192">
            <a:off x="2607861" y="1880790"/>
            <a:ext cx="634698" cy="972288"/>
          </a:xfrm>
          <a:prstGeom prst="arc">
            <a:avLst>
              <a:gd name="adj1" fmla="val 15883311"/>
              <a:gd name="adj2" fmla="val 1908252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5" name="Object 8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234768"/>
              </p:ext>
            </p:extLst>
          </p:nvPr>
        </p:nvGraphicFramePr>
        <p:xfrm>
          <a:off x="4021538" y="2283574"/>
          <a:ext cx="230436" cy="435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2" name="Equation" r:id="rId10" imgW="114120" imgH="215640" progId="Equation.3">
                  <p:embed/>
                </p:oleObj>
              </mc:Choice>
              <mc:Fallback>
                <p:oleObj name="Equation" r:id="rId10" imgW="114120" imgH="215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021538" y="2283574"/>
                        <a:ext cx="230436" cy="435959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001274"/>
              </p:ext>
            </p:extLst>
          </p:nvPr>
        </p:nvGraphicFramePr>
        <p:xfrm>
          <a:off x="4251974" y="4457371"/>
          <a:ext cx="338137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3" name="Equation" r:id="rId12" imgW="177800" imgH="203200" progId="Equation.3">
                  <p:embed/>
                </p:oleObj>
              </mc:Choice>
              <mc:Fallback>
                <p:oleObj name="Equation" r:id="rId12" imgW="177800" imgH="20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251974" y="4457371"/>
                        <a:ext cx="338137" cy="387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Object 1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8804773"/>
              </p:ext>
            </p:extLst>
          </p:nvPr>
        </p:nvGraphicFramePr>
        <p:xfrm>
          <a:off x="5272487" y="5455667"/>
          <a:ext cx="3143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4" name="Equation" r:id="rId14" imgW="165100" imgH="203200" progId="Equation.3">
                  <p:embed/>
                </p:oleObj>
              </mc:Choice>
              <mc:Fallback>
                <p:oleObj name="Equation" r:id="rId14" imgW="165100" imgH="20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272487" y="5455667"/>
                        <a:ext cx="314325" cy="387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Object 1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4584028"/>
              </p:ext>
            </p:extLst>
          </p:nvPr>
        </p:nvGraphicFramePr>
        <p:xfrm>
          <a:off x="3864674" y="5650552"/>
          <a:ext cx="290513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5" name="Equation" r:id="rId16" imgW="152400" imgH="215900" progId="Equation.3">
                  <p:embed/>
                </p:oleObj>
              </mc:Choice>
              <mc:Fallback>
                <p:oleObj name="Equation" r:id="rId16" imgW="152400" imgH="2159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864674" y="5650552"/>
                        <a:ext cx="290513" cy="411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1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709127"/>
              </p:ext>
            </p:extLst>
          </p:nvPr>
        </p:nvGraphicFramePr>
        <p:xfrm>
          <a:off x="3666910" y="3492599"/>
          <a:ext cx="286732" cy="420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6" name="Equation" r:id="rId18" imgW="139700" imgH="203200" progId="Equation.3">
                  <p:embed/>
                </p:oleObj>
              </mc:Choice>
              <mc:Fallback>
                <p:oleObj name="Equation" r:id="rId18" imgW="139700" imgH="20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666910" y="3492599"/>
                        <a:ext cx="286732" cy="420907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" name="Object 1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744800"/>
              </p:ext>
            </p:extLst>
          </p:nvPr>
        </p:nvGraphicFramePr>
        <p:xfrm>
          <a:off x="6311735" y="3723316"/>
          <a:ext cx="2921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7" name="Equation" r:id="rId20" imgW="152400" imgH="215900" progId="Equation.3">
                  <p:embed/>
                </p:oleObj>
              </mc:Choice>
              <mc:Fallback>
                <p:oleObj name="Equation" r:id="rId20" imgW="152400" imgH="2159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311735" y="3723316"/>
                        <a:ext cx="292100" cy="411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" name="Object 1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839263"/>
              </p:ext>
            </p:extLst>
          </p:nvPr>
        </p:nvGraphicFramePr>
        <p:xfrm>
          <a:off x="5999230" y="3302053"/>
          <a:ext cx="31432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8" name="Equation" r:id="rId22" imgW="165100" imgH="215900" progId="Equation.3">
                  <p:embed/>
                </p:oleObj>
              </mc:Choice>
              <mc:Fallback>
                <p:oleObj name="Equation" r:id="rId22" imgW="165100" imgH="2159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999230" y="3302053"/>
                        <a:ext cx="314325" cy="411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" name="Object 1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795093"/>
              </p:ext>
            </p:extLst>
          </p:nvPr>
        </p:nvGraphicFramePr>
        <p:xfrm>
          <a:off x="3736392" y="4686289"/>
          <a:ext cx="261000" cy="448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9" name="Equation" r:id="rId24" imgW="127000" imgH="215900" progId="Equation.3">
                  <p:embed/>
                </p:oleObj>
              </mc:Choice>
              <mc:Fallback>
                <p:oleObj name="Equation" r:id="rId24" imgW="127000" imgH="2159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736392" y="4686289"/>
                        <a:ext cx="261000" cy="448479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" name="Object 1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559580"/>
              </p:ext>
            </p:extLst>
          </p:nvPr>
        </p:nvGraphicFramePr>
        <p:xfrm>
          <a:off x="5218751" y="3479744"/>
          <a:ext cx="286732" cy="420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0" name="Equation" r:id="rId26" imgW="139700" imgH="203200" progId="Equation.3">
                  <p:embed/>
                </p:oleObj>
              </mc:Choice>
              <mc:Fallback>
                <p:oleObj name="Equation" r:id="rId26" imgW="139700" imgH="20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218751" y="3479744"/>
                        <a:ext cx="286732" cy="420907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7" name="Straight Arrow Connector 56"/>
          <p:cNvCxnSpPr/>
          <p:nvPr/>
        </p:nvCxnSpPr>
        <p:spPr>
          <a:xfrm flipH="1" flipV="1">
            <a:off x="2383151" y="2166451"/>
            <a:ext cx="733460" cy="48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4531"/>
              </p:ext>
            </p:extLst>
          </p:nvPr>
        </p:nvGraphicFramePr>
        <p:xfrm>
          <a:off x="2059235" y="1861711"/>
          <a:ext cx="382953" cy="494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1" name="Equation" r:id="rId28" imgW="177480" imgH="228600" progId="Equation.3">
                  <p:embed/>
                </p:oleObj>
              </mc:Choice>
              <mc:Fallback>
                <p:oleObj name="Equation" r:id="rId28" imgW="17748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059235" y="1861711"/>
                        <a:ext cx="382953" cy="4944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5" name="Straight Arrow Connector 74"/>
          <p:cNvCxnSpPr/>
          <p:nvPr/>
        </p:nvCxnSpPr>
        <p:spPr>
          <a:xfrm>
            <a:off x="3112036" y="2171270"/>
            <a:ext cx="537043" cy="4199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8" name="Object 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002725"/>
              </p:ext>
            </p:extLst>
          </p:nvPr>
        </p:nvGraphicFramePr>
        <p:xfrm>
          <a:off x="2777170" y="5000148"/>
          <a:ext cx="2667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2" name="Equation" r:id="rId30" imgW="139700" imgH="203200" progId="Equation.3">
                  <p:embed/>
                </p:oleObj>
              </mc:Choice>
              <mc:Fallback>
                <p:oleObj name="Equation" r:id="rId30" imgW="139700" imgH="20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777170" y="5000148"/>
                        <a:ext cx="266700" cy="387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Object 1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51044"/>
              </p:ext>
            </p:extLst>
          </p:nvPr>
        </p:nvGraphicFramePr>
        <p:xfrm>
          <a:off x="4617620" y="3433399"/>
          <a:ext cx="315912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3" name="Equation" r:id="rId32" imgW="165100" imgH="203200" progId="Equation.3">
                  <p:embed/>
                </p:oleObj>
              </mc:Choice>
              <mc:Fallback>
                <p:oleObj name="Equation" r:id="rId32" imgW="165100" imgH="20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4617620" y="3433399"/>
                        <a:ext cx="315912" cy="387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1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81259"/>
              </p:ext>
            </p:extLst>
          </p:nvPr>
        </p:nvGraphicFramePr>
        <p:xfrm>
          <a:off x="5205412" y="4164451"/>
          <a:ext cx="33972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4" name="Equation" r:id="rId34" imgW="177800" imgH="203200" progId="Equation.3">
                  <p:embed/>
                </p:oleObj>
              </mc:Choice>
              <mc:Fallback>
                <p:oleObj name="Equation" r:id="rId34" imgW="177800" imgH="20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205412" y="4164451"/>
                        <a:ext cx="339725" cy="38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5" name="Straight Connector 104"/>
          <p:cNvCxnSpPr/>
          <p:nvPr/>
        </p:nvCxnSpPr>
        <p:spPr>
          <a:xfrm>
            <a:off x="3106837" y="2138225"/>
            <a:ext cx="5199" cy="763287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0722981"/>
              </p:ext>
            </p:extLst>
          </p:nvPr>
        </p:nvGraphicFramePr>
        <p:xfrm>
          <a:off x="3127347" y="2239044"/>
          <a:ext cx="247148" cy="35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5" name="Equation" r:id="rId36" imgW="152280" imgH="215640" progId="Equation.3">
                  <p:embed/>
                </p:oleObj>
              </mc:Choice>
              <mc:Fallback>
                <p:oleObj name="Equation" r:id="rId36" imgW="152280" imgH="21564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47" y="2239044"/>
                        <a:ext cx="247148" cy="35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" name="Can 155"/>
          <p:cNvSpPr/>
          <p:nvPr/>
        </p:nvSpPr>
        <p:spPr>
          <a:xfrm rot="7266730">
            <a:off x="4486449" y="4586122"/>
            <a:ext cx="239487" cy="951284"/>
          </a:xfrm>
          <a:prstGeom prst="can">
            <a:avLst>
              <a:gd name="adj" fmla="val 61346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Straight Arrow Connector 111"/>
          <p:cNvCxnSpPr/>
          <p:nvPr/>
        </p:nvCxnSpPr>
        <p:spPr>
          <a:xfrm flipV="1">
            <a:off x="4921530" y="4144145"/>
            <a:ext cx="406751" cy="5431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Arc 163"/>
          <p:cNvSpPr/>
          <p:nvPr/>
        </p:nvSpPr>
        <p:spPr>
          <a:xfrm rot="18093235">
            <a:off x="4610727" y="5456478"/>
            <a:ext cx="841305" cy="180187"/>
          </a:xfrm>
          <a:prstGeom prst="arc">
            <a:avLst>
              <a:gd name="adj1" fmla="val 19116967"/>
              <a:gd name="adj2" fmla="val 4993727"/>
            </a:avLst>
          </a:prstGeom>
          <a:ln>
            <a:solidFill>
              <a:srgbClr val="FF66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Arrow Connector 112"/>
          <p:cNvCxnSpPr/>
          <p:nvPr/>
        </p:nvCxnSpPr>
        <p:spPr>
          <a:xfrm>
            <a:off x="4938813" y="5253910"/>
            <a:ext cx="345169" cy="2090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Can 204"/>
          <p:cNvSpPr/>
          <p:nvPr/>
        </p:nvSpPr>
        <p:spPr>
          <a:xfrm rot="7418781">
            <a:off x="5628901" y="3170857"/>
            <a:ext cx="239487" cy="951284"/>
          </a:xfrm>
          <a:prstGeom prst="can">
            <a:avLst>
              <a:gd name="adj" fmla="val 61346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Arc 205"/>
          <p:cNvSpPr/>
          <p:nvPr/>
        </p:nvSpPr>
        <p:spPr>
          <a:xfrm rot="18093235">
            <a:off x="5645364" y="4205902"/>
            <a:ext cx="841305" cy="180187"/>
          </a:xfrm>
          <a:prstGeom prst="arc">
            <a:avLst>
              <a:gd name="adj1" fmla="val 19116967"/>
              <a:gd name="adj2" fmla="val 4993727"/>
            </a:avLst>
          </a:prstGeom>
          <a:ln>
            <a:solidFill>
              <a:srgbClr val="FF66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7" name="Straight Arrow Connector 206"/>
          <p:cNvCxnSpPr>
            <a:stCxn id="205" idx="0"/>
          </p:cNvCxnSpPr>
          <p:nvPr/>
        </p:nvCxnSpPr>
        <p:spPr>
          <a:xfrm>
            <a:off x="6022300" y="3828635"/>
            <a:ext cx="399381" cy="29068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Arc 208"/>
          <p:cNvSpPr/>
          <p:nvPr/>
        </p:nvSpPr>
        <p:spPr>
          <a:xfrm rot="18093235">
            <a:off x="6480083" y="3490672"/>
            <a:ext cx="841305" cy="180187"/>
          </a:xfrm>
          <a:prstGeom prst="arc">
            <a:avLst>
              <a:gd name="adj1" fmla="val 19116967"/>
              <a:gd name="adj2" fmla="val 4993727"/>
            </a:avLst>
          </a:prstGeom>
          <a:ln>
            <a:solidFill>
              <a:srgbClr val="FF66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8" name="Straight Arrow Connector 217"/>
          <p:cNvCxnSpPr/>
          <p:nvPr/>
        </p:nvCxnSpPr>
        <p:spPr>
          <a:xfrm flipV="1">
            <a:off x="5788191" y="3155874"/>
            <a:ext cx="474530" cy="38075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/>
          <p:cNvCxnSpPr/>
          <p:nvPr/>
        </p:nvCxnSpPr>
        <p:spPr>
          <a:xfrm flipV="1">
            <a:off x="6686011" y="2481129"/>
            <a:ext cx="429164" cy="3760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/>
          <p:cNvCxnSpPr/>
          <p:nvPr/>
        </p:nvCxnSpPr>
        <p:spPr>
          <a:xfrm flipV="1">
            <a:off x="3106839" y="1606270"/>
            <a:ext cx="549271" cy="5983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0" name="Object 1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113112"/>
              </p:ext>
            </p:extLst>
          </p:nvPr>
        </p:nvGraphicFramePr>
        <p:xfrm>
          <a:off x="4378529" y="4119316"/>
          <a:ext cx="31432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6" name="Equation" r:id="rId38" imgW="165100" imgH="215900" progId="Equation.3">
                  <p:embed/>
                </p:oleObj>
              </mc:Choice>
              <mc:Fallback>
                <p:oleObj name="Equation" r:id="rId38" imgW="165100" imgH="2159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378529" y="4119316"/>
                        <a:ext cx="314325" cy="412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660247" y="4727925"/>
            <a:ext cx="375260" cy="369332"/>
          </a:xfrm>
          <a:prstGeom prst="rect">
            <a:avLst/>
          </a:prstGeom>
          <a:solidFill>
            <a:srgbClr val="CCFFCC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J1</a:t>
            </a:r>
            <a:endParaRPr lang="en-US" dirty="0"/>
          </a:p>
        </p:txBody>
      </p:sp>
      <p:sp>
        <p:nvSpPr>
          <p:cNvPr id="67" name="TextBox 66"/>
          <p:cNvSpPr txBox="1"/>
          <p:nvPr/>
        </p:nvSpPr>
        <p:spPr>
          <a:xfrm>
            <a:off x="5328281" y="5097257"/>
            <a:ext cx="375260" cy="369332"/>
          </a:xfrm>
          <a:prstGeom prst="rect">
            <a:avLst/>
          </a:prstGeom>
          <a:solidFill>
            <a:srgbClr val="CCFFCC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J2</a:t>
            </a:r>
            <a:endParaRPr 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4150729" y="5771957"/>
            <a:ext cx="375260" cy="369332"/>
          </a:xfrm>
          <a:prstGeom prst="rect">
            <a:avLst/>
          </a:prstGeom>
          <a:solidFill>
            <a:srgbClr val="CCFFCC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J3</a:t>
            </a:r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4284698" y="3801704"/>
            <a:ext cx="377026" cy="369332"/>
          </a:xfrm>
          <a:prstGeom prst="rect">
            <a:avLst/>
          </a:prstGeom>
          <a:solidFill>
            <a:srgbClr val="CCFFCC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J4</a:t>
            </a:r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6075009" y="4411876"/>
            <a:ext cx="375424" cy="369332"/>
          </a:xfrm>
          <a:prstGeom prst="rect">
            <a:avLst/>
          </a:prstGeom>
          <a:solidFill>
            <a:srgbClr val="CCFFCC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J5</a:t>
            </a:r>
            <a:endParaRPr lang="en-US" dirty="0"/>
          </a:p>
        </p:txBody>
      </p:sp>
      <p:cxnSp>
        <p:nvCxnSpPr>
          <p:cNvPr id="87" name="Straight Connector 86"/>
          <p:cNvCxnSpPr/>
          <p:nvPr/>
        </p:nvCxnSpPr>
        <p:spPr>
          <a:xfrm flipH="1" flipV="1">
            <a:off x="3087841" y="2166452"/>
            <a:ext cx="1463554" cy="1078194"/>
          </a:xfrm>
          <a:prstGeom prst="line">
            <a:avLst/>
          </a:prstGeom>
          <a:ln w="9525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4368068" y="3171112"/>
            <a:ext cx="105951" cy="146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4358543" y="3318005"/>
            <a:ext cx="115476" cy="803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4" name="Object 2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4353488"/>
              </p:ext>
            </p:extLst>
          </p:nvPr>
        </p:nvGraphicFramePr>
        <p:xfrm>
          <a:off x="6011382" y="2747150"/>
          <a:ext cx="262157" cy="464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7" name="Equation" r:id="rId40" imgW="126720" imgH="228600" progId="Equation.3">
                  <p:embed/>
                </p:oleObj>
              </mc:Choice>
              <mc:Fallback>
                <p:oleObj name="Equation" r:id="rId40" imgW="126720" imgH="228600" progId="Equation.3">
                  <p:embed/>
                  <p:pic>
                    <p:nvPicPr>
                      <p:cNvPr id="0" name="Object 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382" y="2747150"/>
                        <a:ext cx="262157" cy="464733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" name="Object 2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19335"/>
              </p:ext>
            </p:extLst>
          </p:nvPr>
        </p:nvGraphicFramePr>
        <p:xfrm>
          <a:off x="6719407" y="2077551"/>
          <a:ext cx="231560" cy="410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8" name="Equation" r:id="rId42" imgW="126720" imgH="228600" progId="Equation.3">
                  <p:embed/>
                </p:oleObj>
              </mc:Choice>
              <mc:Fallback>
                <p:oleObj name="Equation" r:id="rId42" imgW="126720" imgH="228600" progId="Equation.3">
                  <p:embed/>
                  <p:pic>
                    <p:nvPicPr>
                      <p:cNvPr id="0" name="Object 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9407" y="2077551"/>
                        <a:ext cx="231560" cy="410493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" name="Object 2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05133"/>
              </p:ext>
            </p:extLst>
          </p:nvPr>
        </p:nvGraphicFramePr>
        <p:xfrm>
          <a:off x="3073942" y="4407693"/>
          <a:ext cx="256969" cy="339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" name="Equation" r:id="rId44" imgW="164880" imgH="215640" progId="Equation.3">
                  <p:embed/>
                </p:oleObj>
              </mc:Choice>
              <mc:Fallback>
                <p:oleObj name="Equation" r:id="rId44" imgW="164880" imgH="21564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942" y="4407693"/>
                        <a:ext cx="256969" cy="3396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" name="Object 2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6118070"/>
              </p:ext>
            </p:extLst>
          </p:nvPr>
        </p:nvGraphicFramePr>
        <p:xfrm>
          <a:off x="4840438" y="5387498"/>
          <a:ext cx="274845" cy="339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" name="Equation" r:id="rId46" imgW="177480" imgH="215640" progId="Equation.3">
                  <p:embed/>
                </p:oleObj>
              </mc:Choice>
              <mc:Fallback>
                <p:oleObj name="Equation" r:id="rId46" imgW="177480" imgH="215640" progId="Equation.3">
                  <p:embed/>
                  <p:pic>
                    <p:nvPicPr>
                      <p:cNvPr id="0" name="Object 2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0438" y="5387498"/>
                        <a:ext cx="274845" cy="3396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" name="Object 2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864845"/>
              </p:ext>
            </p:extLst>
          </p:nvPr>
        </p:nvGraphicFramePr>
        <p:xfrm>
          <a:off x="4345535" y="5334042"/>
          <a:ext cx="256968" cy="357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1" name="Equation" r:id="rId48" imgW="164880" imgH="228600" progId="Equation.3">
                  <p:embed/>
                </p:oleObj>
              </mc:Choice>
              <mc:Fallback>
                <p:oleObj name="Equation" r:id="rId48" imgW="164880" imgH="228600" progId="Equation.3">
                  <p:embed/>
                  <p:pic>
                    <p:nvPicPr>
                      <p:cNvPr id="0" name="Object 2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5535" y="5334042"/>
                        <a:ext cx="256968" cy="3575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295777"/>
              </p:ext>
            </p:extLst>
          </p:nvPr>
        </p:nvGraphicFramePr>
        <p:xfrm>
          <a:off x="4920342" y="3631663"/>
          <a:ext cx="277080" cy="339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2" name="Equation" r:id="rId50" imgW="177480" imgH="215640" progId="Equation.3">
                  <p:embed/>
                </p:oleObj>
              </mc:Choice>
              <mc:Fallback>
                <p:oleObj name="Equation" r:id="rId50" imgW="177480" imgH="215640" progId="Equation.3">
                  <p:embed/>
                  <p:pic>
                    <p:nvPicPr>
                      <p:cNvPr id="0" name="Object 2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0342" y="3631663"/>
                        <a:ext cx="277080" cy="3396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292021"/>
              </p:ext>
            </p:extLst>
          </p:nvPr>
        </p:nvGraphicFramePr>
        <p:xfrm>
          <a:off x="5860690" y="4078000"/>
          <a:ext cx="277080" cy="359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3" name="Equation" r:id="rId52" imgW="177480" imgH="228600" progId="Equation.3">
                  <p:embed/>
                </p:oleObj>
              </mc:Choice>
              <mc:Fallback>
                <p:oleObj name="Equation" r:id="rId52" imgW="177480" imgH="228600" progId="Equation.3">
                  <p:embed/>
                  <p:pic>
                    <p:nvPicPr>
                      <p:cNvPr id="0" name="Object 2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0690" y="4078000"/>
                        <a:ext cx="277080" cy="359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Can 73"/>
          <p:cNvSpPr/>
          <p:nvPr/>
        </p:nvSpPr>
        <p:spPr>
          <a:xfrm rot="13023345">
            <a:off x="3567946" y="3882035"/>
            <a:ext cx="239487" cy="951284"/>
          </a:xfrm>
          <a:prstGeom prst="can">
            <a:avLst>
              <a:gd name="adj" fmla="val 61346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3161215" y="2591257"/>
            <a:ext cx="1940179" cy="2437809"/>
          </a:xfrm>
          <a:prstGeom prst="line">
            <a:avLst/>
          </a:prstGeom>
          <a:ln w="9525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/>
        </p:nvCxnSpPr>
        <p:spPr>
          <a:xfrm>
            <a:off x="3579006" y="4463242"/>
            <a:ext cx="1532392" cy="890608"/>
          </a:xfrm>
          <a:prstGeom prst="line">
            <a:avLst/>
          </a:prstGeom>
          <a:ln w="9525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flipH="1">
            <a:off x="4150729" y="5203042"/>
            <a:ext cx="345020" cy="4588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4368978" y="4630037"/>
            <a:ext cx="574007" cy="753479"/>
          </a:xfrm>
          <a:prstGeom prst="line">
            <a:avLst/>
          </a:prstGeom>
          <a:ln w="9525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Can 147"/>
          <p:cNvSpPr/>
          <p:nvPr/>
        </p:nvSpPr>
        <p:spPr>
          <a:xfrm>
            <a:off x="4759122" y="4099966"/>
            <a:ext cx="284524" cy="744755"/>
          </a:xfrm>
          <a:prstGeom prst="can">
            <a:avLst>
              <a:gd name="adj" fmla="val 92204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Straight Arrow Connector 105"/>
          <p:cNvCxnSpPr/>
          <p:nvPr/>
        </p:nvCxnSpPr>
        <p:spPr>
          <a:xfrm flipH="1" flipV="1">
            <a:off x="4597450" y="4695084"/>
            <a:ext cx="15380" cy="3520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 flipH="1" flipV="1">
            <a:off x="4893694" y="3783771"/>
            <a:ext cx="15380" cy="4237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V="1">
            <a:off x="4898560" y="3913506"/>
            <a:ext cx="2824" cy="773780"/>
          </a:xfrm>
          <a:prstGeom prst="line">
            <a:avLst/>
          </a:prstGeom>
          <a:ln w="9525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Can 95"/>
          <p:cNvSpPr/>
          <p:nvPr/>
        </p:nvSpPr>
        <p:spPr>
          <a:xfrm rot="7489771">
            <a:off x="6477426" y="2471368"/>
            <a:ext cx="239487" cy="951284"/>
          </a:xfrm>
          <a:prstGeom prst="can">
            <a:avLst>
              <a:gd name="adj" fmla="val 61346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0" name="Straight Connector 99"/>
          <p:cNvCxnSpPr/>
          <p:nvPr/>
        </p:nvCxnSpPr>
        <p:spPr>
          <a:xfrm flipH="1" flipV="1">
            <a:off x="5545137" y="3504882"/>
            <a:ext cx="820101" cy="558259"/>
          </a:xfrm>
          <a:prstGeom prst="line">
            <a:avLst/>
          </a:prstGeom>
          <a:ln w="9525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/>
          <p:nvPr/>
        </p:nvCxnSpPr>
        <p:spPr>
          <a:xfrm>
            <a:off x="6746900" y="3032858"/>
            <a:ext cx="450737" cy="3330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 flipH="1" flipV="1">
            <a:off x="6449648" y="2837024"/>
            <a:ext cx="639940" cy="447810"/>
          </a:xfrm>
          <a:prstGeom prst="line">
            <a:avLst/>
          </a:prstGeom>
          <a:ln w="9525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9" name="Object 2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617291"/>
              </p:ext>
            </p:extLst>
          </p:nvPr>
        </p:nvGraphicFramePr>
        <p:xfrm>
          <a:off x="6328169" y="3040442"/>
          <a:ext cx="3333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4" name="Equation" r:id="rId54" imgW="164880" imgH="228600" progId="Equation.3">
                  <p:embed/>
                </p:oleObj>
              </mc:Choice>
              <mc:Fallback>
                <p:oleObj name="Equation" r:id="rId54" imgW="164880" imgH="228600" progId="Equation.3">
                  <p:embed/>
                  <p:pic>
                    <p:nvPicPr>
                      <p:cNvPr id="0" name="Object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8169" y="3040442"/>
                        <a:ext cx="3333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" name="Object 2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2078237"/>
              </p:ext>
            </p:extLst>
          </p:nvPr>
        </p:nvGraphicFramePr>
        <p:xfrm>
          <a:off x="5465939" y="2202439"/>
          <a:ext cx="3524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5" name="Equation" r:id="rId56" imgW="164880" imgH="228600" progId="Equation.3">
                  <p:embed/>
                </p:oleObj>
              </mc:Choice>
              <mc:Fallback>
                <p:oleObj name="Equation" r:id="rId56" imgW="164880" imgH="228600" progId="Equation.3">
                  <p:embed/>
                  <p:pic>
                    <p:nvPicPr>
                      <p:cNvPr id="0" name="Object 1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5939" y="2202439"/>
                        <a:ext cx="3524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" name="TextBox 114"/>
          <p:cNvSpPr txBox="1"/>
          <p:nvPr/>
        </p:nvSpPr>
        <p:spPr>
          <a:xfrm>
            <a:off x="5095469" y="2576774"/>
            <a:ext cx="375424" cy="369332"/>
          </a:xfrm>
          <a:prstGeom prst="rect">
            <a:avLst/>
          </a:prstGeom>
          <a:solidFill>
            <a:srgbClr val="CCFFCC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J6</a:t>
            </a:r>
            <a:endParaRPr lang="en-US" dirty="0"/>
          </a:p>
        </p:txBody>
      </p:sp>
      <p:graphicFrame>
        <p:nvGraphicFramePr>
          <p:cNvPr id="232" name="Object 2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9235891"/>
              </p:ext>
            </p:extLst>
          </p:nvPr>
        </p:nvGraphicFramePr>
        <p:xfrm>
          <a:off x="5843877" y="2513831"/>
          <a:ext cx="277079" cy="359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6" name="Equation" r:id="rId58" imgW="177480" imgH="228600" progId="Equation.3">
                  <p:embed/>
                </p:oleObj>
              </mc:Choice>
              <mc:Fallback>
                <p:oleObj name="Equation" r:id="rId58" imgW="177480" imgH="2286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3877" y="2513831"/>
                        <a:ext cx="277079" cy="3597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Arc 92"/>
          <p:cNvSpPr/>
          <p:nvPr/>
        </p:nvSpPr>
        <p:spPr>
          <a:xfrm rot="10565134" flipV="1">
            <a:off x="5512916" y="2643601"/>
            <a:ext cx="539842" cy="236192"/>
          </a:xfrm>
          <a:prstGeom prst="arc">
            <a:avLst>
              <a:gd name="adj1" fmla="val 18848683"/>
              <a:gd name="adj2" fmla="val 9819426"/>
            </a:avLst>
          </a:prstGeom>
          <a:ln>
            <a:solidFill>
              <a:srgbClr val="FF66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Can 94"/>
          <p:cNvSpPr/>
          <p:nvPr/>
        </p:nvSpPr>
        <p:spPr>
          <a:xfrm>
            <a:off x="5642152" y="2973875"/>
            <a:ext cx="284524" cy="744755"/>
          </a:xfrm>
          <a:prstGeom prst="can">
            <a:avLst>
              <a:gd name="adj" fmla="val 92204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Arrow Connector 96"/>
          <p:cNvCxnSpPr/>
          <p:nvPr/>
        </p:nvCxnSpPr>
        <p:spPr>
          <a:xfrm flipH="1" flipV="1">
            <a:off x="5776724" y="2657680"/>
            <a:ext cx="15380" cy="4237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7197637" y="3307933"/>
            <a:ext cx="375424" cy="369332"/>
          </a:xfrm>
          <a:prstGeom prst="rect">
            <a:avLst/>
          </a:prstGeom>
          <a:solidFill>
            <a:srgbClr val="CCFFCC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J7</a:t>
            </a:r>
            <a:endParaRPr lang="en-US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2311079"/>
              </p:ext>
            </p:extLst>
          </p:nvPr>
        </p:nvGraphicFramePr>
        <p:xfrm>
          <a:off x="6694435" y="3384976"/>
          <a:ext cx="277079" cy="359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7" name="Equation" r:id="rId60" imgW="177480" imgH="228600" progId="Equation.3">
                  <p:embed/>
                </p:oleObj>
              </mc:Choice>
              <mc:Fallback>
                <p:oleObj name="Equation" r:id="rId60" imgW="177480" imgH="228600" progId="Equation.3">
                  <p:embed/>
                  <p:pic>
                    <p:nvPicPr>
                      <p:cNvPr id="0" name="Object 2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4435" y="3384976"/>
                        <a:ext cx="277079" cy="3597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9126554"/>
              </p:ext>
            </p:extLst>
          </p:nvPr>
        </p:nvGraphicFramePr>
        <p:xfrm>
          <a:off x="7004918" y="2466133"/>
          <a:ext cx="3333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8" name="Equation" r:id="rId62" imgW="164880" imgH="228600" progId="Equation.3">
                  <p:embed/>
                </p:oleObj>
              </mc:Choice>
              <mc:Fallback>
                <p:oleObj name="Equation" r:id="rId62" imgW="164880" imgH="228600" progId="Equation.3">
                  <p:embed/>
                  <p:pic>
                    <p:nvPicPr>
                      <p:cNvPr id="0" name="Object 2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4918" y="2466133"/>
                        <a:ext cx="3333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219554"/>
              </p:ext>
            </p:extLst>
          </p:nvPr>
        </p:nvGraphicFramePr>
        <p:xfrm>
          <a:off x="7089588" y="3536632"/>
          <a:ext cx="2921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9" name="Equation" r:id="rId64" imgW="152400" imgH="203200" progId="Equation.3">
                  <p:embed/>
                </p:oleObj>
              </mc:Choice>
              <mc:Fallback>
                <p:oleObj name="Equation" r:id="rId64" imgW="152400" imgH="20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7089588" y="3536632"/>
                        <a:ext cx="292100" cy="385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Oval 5"/>
          <p:cNvSpPr/>
          <p:nvPr/>
        </p:nvSpPr>
        <p:spPr>
          <a:xfrm>
            <a:off x="3001704" y="2077551"/>
            <a:ext cx="172273" cy="177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" name="Straight Arrow Connector 102"/>
          <p:cNvCxnSpPr/>
          <p:nvPr/>
        </p:nvCxnSpPr>
        <p:spPr>
          <a:xfrm flipV="1">
            <a:off x="5952113" y="3025412"/>
            <a:ext cx="456650" cy="4079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089588" y="4425671"/>
            <a:ext cx="787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DOFs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646338" y="4795003"/>
            <a:ext cx="208351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latin typeface="Arial"/>
                <a:cs typeface="Arial"/>
              </a:rPr>
              <a:t>J1 </a:t>
            </a:r>
            <a:r>
              <a:rPr lang="en-GB" dirty="0">
                <a:latin typeface="Arial"/>
                <a:cs typeface="Arial"/>
              </a:rPr>
              <a:t>-</a:t>
            </a:r>
            <a:r>
              <a:rPr lang="en-GB" dirty="0" smtClean="0">
                <a:latin typeface="Arial"/>
                <a:cs typeface="Arial"/>
              </a:rPr>
              <a:t> Foldable palm</a:t>
            </a:r>
          </a:p>
          <a:p>
            <a:r>
              <a:rPr lang="en-GB" dirty="0" smtClean="0">
                <a:latin typeface="Arial"/>
                <a:cs typeface="Arial"/>
              </a:rPr>
              <a:t>J2 - TM F-E</a:t>
            </a:r>
            <a:endParaRPr lang="en-GB" dirty="0">
              <a:latin typeface="Arial"/>
              <a:cs typeface="Arial"/>
            </a:endParaRPr>
          </a:p>
          <a:p>
            <a:r>
              <a:rPr lang="en-GB" dirty="0" smtClean="0">
                <a:latin typeface="Arial"/>
                <a:cs typeface="Arial"/>
              </a:rPr>
              <a:t>J3 </a:t>
            </a:r>
            <a:r>
              <a:rPr lang="en-GB" dirty="0">
                <a:latin typeface="Arial"/>
                <a:cs typeface="Arial"/>
              </a:rPr>
              <a:t>-</a:t>
            </a:r>
            <a:r>
              <a:rPr lang="en-GB" dirty="0" smtClean="0">
                <a:latin typeface="Arial"/>
                <a:cs typeface="Arial"/>
              </a:rPr>
              <a:t> TM P-S</a:t>
            </a:r>
          </a:p>
          <a:p>
            <a:r>
              <a:rPr lang="en-GB" dirty="0" smtClean="0">
                <a:latin typeface="Arial"/>
                <a:cs typeface="Arial"/>
              </a:rPr>
              <a:t>J4 - TM A-A</a:t>
            </a:r>
          </a:p>
          <a:p>
            <a:r>
              <a:rPr lang="en-GB" dirty="0" smtClean="0">
                <a:latin typeface="Arial"/>
                <a:cs typeface="Arial"/>
              </a:rPr>
              <a:t>J5 </a:t>
            </a:r>
            <a:r>
              <a:rPr lang="en-GB" dirty="0">
                <a:latin typeface="Arial"/>
                <a:cs typeface="Arial"/>
              </a:rPr>
              <a:t>-</a:t>
            </a:r>
            <a:r>
              <a:rPr lang="en-GB" dirty="0" smtClean="0">
                <a:latin typeface="Arial"/>
                <a:cs typeface="Arial"/>
              </a:rPr>
              <a:t> MCP A-A </a:t>
            </a:r>
          </a:p>
          <a:p>
            <a:r>
              <a:rPr lang="en-GB" dirty="0" smtClean="0">
                <a:latin typeface="Arial"/>
                <a:cs typeface="Arial"/>
              </a:rPr>
              <a:t>J6 </a:t>
            </a:r>
            <a:r>
              <a:rPr lang="en-GB" dirty="0">
                <a:latin typeface="Arial"/>
                <a:cs typeface="Arial"/>
              </a:rPr>
              <a:t>-</a:t>
            </a:r>
            <a:r>
              <a:rPr lang="en-GB" dirty="0" smtClean="0">
                <a:latin typeface="Arial"/>
                <a:cs typeface="Arial"/>
              </a:rPr>
              <a:t> MCP F-E</a:t>
            </a:r>
          </a:p>
          <a:p>
            <a:r>
              <a:rPr lang="en-GB" dirty="0" smtClean="0">
                <a:latin typeface="Arial"/>
                <a:cs typeface="Arial"/>
              </a:rPr>
              <a:t>J7 - IP F-E</a:t>
            </a:r>
            <a:endParaRPr lang="en-GB" dirty="0">
              <a:latin typeface="Arial"/>
              <a:cs typeface="Arial"/>
            </a:endParaRPr>
          </a:p>
        </p:txBody>
      </p:sp>
      <p:sp>
        <p:nvSpPr>
          <p:cNvPr id="177" name="Arc 176"/>
          <p:cNvSpPr/>
          <p:nvPr/>
        </p:nvSpPr>
        <p:spPr>
          <a:xfrm rot="10565134" flipV="1">
            <a:off x="4629886" y="3769692"/>
            <a:ext cx="539842" cy="236192"/>
          </a:xfrm>
          <a:prstGeom prst="arc">
            <a:avLst>
              <a:gd name="adj1" fmla="val 18848683"/>
              <a:gd name="adj2" fmla="val 9819426"/>
            </a:avLst>
          </a:prstGeom>
          <a:ln>
            <a:solidFill>
              <a:srgbClr val="FF66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91"/>
          <p:cNvCxnSpPr/>
          <p:nvPr/>
        </p:nvCxnSpPr>
        <p:spPr>
          <a:xfrm flipH="1" flipV="1">
            <a:off x="3579006" y="4119316"/>
            <a:ext cx="9463" cy="3631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532646" y="1042147"/>
                <a:ext cx="79059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</a:rPr>
                            <m:t>0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646" y="1042147"/>
                <a:ext cx="790593" cy="492443"/>
              </a:xfrm>
              <a:prstGeom prst="rect">
                <a:avLst/>
              </a:prstGeom>
              <a:blipFill rotWithShape="0"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3367543" y="2052091"/>
                <a:ext cx="79059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</a:rPr>
                            <m:t>0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543" y="2052091"/>
                <a:ext cx="790593" cy="492443"/>
              </a:xfrm>
              <a:prstGeom prst="rect">
                <a:avLst/>
              </a:prstGeom>
              <a:blipFill rotWithShape="0"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/>
              <p:cNvSpPr txBox="1"/>
              <p:nvPr/>
            </p:nvSpPr>
            <p:spPr>
              <a:xfrm>
                <a:off x="2479987" y="2157439"/>
                <a:ext cx="79059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charset="0"/>
                            </a:rPr>
                            <m:t>𝑧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</a:rPr>
                            <m:t>0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6" name="TextBox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9987" y="2157439"/>
                <a:ext cx="790593" cy="492443"/>
              </a:xfrm>
              <a:prstGeom prst="rect">
                <a:avLst/>
              </a:prstGeom>
              <a:blipFill rotWithShape="0">
                <a:blip r:embed="rId6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Arc 93"/>
          <p:cNvSpPr/>
          <p:nvPr/>
        </p:nvSpPr>
        <p:spPr>
          <a:xfrm rot="2173321">
            <a:off x="2760123" y="4784547"/>
            <a:ext cx="841305" cy="180187"/>
          </a:xfrm>
          <a:prstGeom prst="arc">
            <a:avLst>
              <a:gd name="adj1" fmla="val 19116967"/>
              <a:gd name="adj2" fmla="val 4993727"/>
            </a:avLst>
          </a:prstGeom>
          <a:ln>
            <a:solidFill>
              <a:srgbClr val="FF66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9" name="Straight Arrow Connector 118"/>
          <p:cNvCxnSpPr/>
          <p:nvPr/>
        </p:nvCxnSpPr>
        <p:spPr>
          <a:xfrm flipH="1">
            <a:off x="3043870" y="4486841"/>
            <a:ext cx="535136" cy="7069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Arc 106"/>
          <p:cNvSpPr/>
          <p:nvPr/>
        </p:nvSpPr>
        <p:spPr>
          <a:xfrm rot="2173321">
            <a:off x="3708410" y="5486502"/>
            <a:ext cx="841305" cy="180187"/>
          </a:xfrm>
          <a:prstGeom prst="arc">
            <a:avLst>
              <a:gd name="adj1" fmla="val 19116967"/>
              <a:gd name="adj2" fmla="val 4993727"/>
            </a:avLst>
          </a:prstGeom>
          <a:ln>
            <a:solidFill>
              <a:srgbClr val="FF66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71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51</Words>
  <Application>Microsoft Macintosh PowerPoint</Application>
  <PresentationFormat>On-screen Show (4:3)</PresentationFormat>
  <Paragraphs>18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Cambria Math</vt:lpstr>
      <vt:lpstr>Arial</vt:lpstr>
      <vt:lpstr>Office Theme</vt:lpstr>
      <vt:lpstr>Equation</vt:lpstr>
      <vt:lpstr>PowerPoint Presentation</vt:lpstr>
    </vt:vector>
  </TitlesOfParts>
  <Company>Kingston University</Company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Visakha Nanayakkara</dc:creator>
  <cp:lastModifiedBy>Nanayakkara, Thrishantha</cp:lastModifiedBy>
  <cp:revision>93</cp:revision>
  <cp:lastPrinted>2017-10-15T21:47:23Z</cp:lastPrinted>
  <dcterms:created xsi:type="dcterms:W3CDTF">2015-01-26T21:58:22Z</dcterms:created>
  <dcterms:modified xsi:type="dcterms:W3CDTF">2017-10-15T21:47:30Z</dcterms:modified>
</cp:coreProperties>
</file>