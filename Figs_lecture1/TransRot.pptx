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33"/>
    <p:restoredTop sz="94617"/>
  </p:normalViewPr>
  <p:slideViewPr>
    <p:cSldViewPr snapToGrid="0" snapToObjects="1">
      <p:cViewPr varScale="1">
        <p:scale>
          <a:sx n="124" d="100"/>
          <a:sy n="124" d="100"/>
        </p:scale>
        <p:origin x="19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6/13/20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37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6/13/20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8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6/13/20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9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6/13/20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6/13/20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3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6/13/20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0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6/13/20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5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6/13/20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6/13/20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6/13/20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64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6/13/20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470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E6520-D9D5-5647-B367-F871FA2E3EAB}" type="datetimeFigureOut">
              <a:rPr lang="en-US" smtClean="0"/>
              <a:t>6/13/20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60.pn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/>
          <p:cNvCxnSpPr/>
          <p:nvPr/>
        </p:nvCxnSpPr>
        <p:spPr>
          <a:xfrm flipV="1">
            <a:off x="1969477" y="5451231"/>
            <a:ext cx="3354264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2121877" y="2672899"/>
            <a:ext cx="9524" cy="29307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974123" y="3464169"/>
            <a:ext cx="2760785" cy="72968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V="1">
            <a:off x="4038598" y="1491650"/>
            <a:ext cx="710714" cy="203699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4111869" y="2198077"/>
            <a:ext cx="2623039" cy="1266092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V="1">
            <a:off x="2107223" y="2198076"/>
            <a:ext cx="4627685" cy="325315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2107223" y="3464169"/>
            <a:ext cx="2019300" cy="198706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099538" y="5433535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9538" y="5433535"/>
                <a:ext cx="606669" cy="49244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4912886" y="1315693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2886" y="1315693"/>
                <a:ext cx="606669" cy="4924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2360368" y="2579002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0368" y="2579002"/>
                <a:ext cx="606669" cy="49244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3571689" y="2948278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charset="0"/>
                            </a:rPr>
                            <m:t>𝑜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689" y="2948278"/>
                <a:ext cx="606669" cy="49244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1532791" y="4997019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charset="0"/>
                            </a:rPr>
                            <m:t>𝑜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791" y="4997019"/>
                <a:ext cx="606669" cy="49244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/>
              <p:cNvSpPr txBox="1"/>
              <p:nvPr/>
            </p:nvSpPr>
            <p:spPr>
              <a:xfrm>
                <a:off x="5052646" y="2227273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646" y="2227273"/>
                <a:ext cx="606669" cy="492443"/>
              </a:xfrm>
              <a:prstGeom prst="rect">
                <a:avLst/>
              </a:prstGeom>
              <a:blipFill>
                <a:blip r:embed="rId7"/>
                <a:stretch>
                  <a:fillRect l="-8163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TextBox 94"/>
              <p:cNvSpPr txBox="1"/>
              <p:nvPr/>
            </p:nvSpPr>
            <p:spPr>
              <a:xfrm>
                <a:off x="4323617" y="3768822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617" y="3768822"/>
                <a:ext cx="606669" cy="492443"/>
              </a:xfrm>
              <a:prstGeom prst="rect">
                <a:avLst/>
              </a:prstGeom>
              <a:blipFill>
                <a:blip r:embed="rId8"/>
                <a:stretch>
                  <a:fillRect l="-6122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TextBox 95"/>
              <p:cNvSpPr txBox="1"/>
              <p:nvPr/>
            </p:nvSpPr>
            <p:spPr>
              <a:xfrm>
                <a:off x="2681655" y="3947636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655" y="3947636"/>
                <a:ext cx="606669" cy="492443"/>
              </a:xfrm>
              <a:prstGeom prst="rect">
                <a:avLst/>
              </a:prstGeom>
              <a:blipFill>
                <a:blip r:embed="rId9"/>
                <a:stretch>
                  <a:fillRect l="-8163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/>
          <p:nvPr/>
        </p:nvCxnSpPr>
        <p:spPr>
          <a:xfrm flipH="1">
            <a:off x="776654" y="5442457"/>
            <a:ext cx="1330569" cy="9670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14690" y="5750056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90" y="5750056"/>
                <a:ext cx="606669" cy="492443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466851" y="2426677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charset="0"/>
                            </a:rPr>
                            <m:t>𝑧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851" y="2426677"/>
                <a:ext cx="606669" cy="492443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 flipH="1">
            <a:off x="3015394" y="3504524"/>
            <a:ext cx="1096475" cy="15730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415087" y="4095604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5087" y="4095604"/>
                <a:ext cx="606669" cy="492443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572665" y="3175280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2665" y="3175280"/>
                <a:ext cx="606669" cy="492443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4203637" y="1110650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charset="0"/>
                            </a:rPr>
                            <m:t>𝑧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637" y="1110650"/>
                <a:ext cx="606669" cy="492443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7761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13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22</cp:revision>
  <cp:lastPrinted>2017-08-03T14:08:05Z</cp:lastPrinted>
  <dcterms:created xsi:type="dcterms:W3CDTF">2017-08-02T13:05:09Z</dcterms:created>
  <dcterms:modified xsi:type="dcterms:W3CDTF">2020-06-13T20:10:50Z</dcterms:modified>
</cp:coreProperties>
</file>