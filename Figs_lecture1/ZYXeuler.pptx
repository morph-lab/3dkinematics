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0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8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0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6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9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4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7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2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3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4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2336B-5EAB-D944-9082-36E3397B2705}" type="datetimeFigureOut">
              <a:rPr lang="en-US" smtClean="0"/>
              <a:t>7/22/17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FE616-C9FB-2D44-9301-39B09806A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1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946484" y="5550568"/>
            <a:ext cx="2502569" cy="160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946484" y="3104148"/>
            <a:ext cx="24063" cy="246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946484" y="4475748"/>
            <a:ext cx="1909011" cy="1090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449053" y="5365902"/>
                <a:ext cx="3282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0</a:t>
                </a:r>
                <a:endParaRPr lang="en-US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053" y="5365902"/>
                <a:ext cx="328295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4074" t="-24590" r="-53704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855495" y="4150713"/>
                <a:ext cx="4103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495" y="4150713"/>
                <a:ext cx="410369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3529" r="-25000" b="-3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46484" y="2734816"/>
                <a:ext cx="1097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</a:rPr>
                        <m:t>z</m:t>
                      </m:r>
                      <m:r>
                        <a:rPr lang="en-US" sz="2400" b="0" i="0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484" y="2734816"/>
                <a:ext cx="1097480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6111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>
            <a:off x="284463" y="3473480"/>
            <a:ext cx="1324041" cy="456837"/>
          </a:xfrm>
          <a:prstGeom prst="arc">
            <a:avLst>
              <a:gd name="adj1" fmla="val 19355209"/>
              <a:gd name="adj2" fmla="val 1080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938462" y="4102951"/>
            <a:ext cx="1275348" cy="146366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219888" y="3775821"/>
                <a:ext cx="4103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888" y="3775821"/>
                <a:ext cx="410369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3881" r="-26866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958515" y="5143956"/>
            <a:ext cx="2514601" cy="40661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425274" y="4774624"/>
                <a:ext cx="4023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274" y="4774624"/>
                <a:ext cx="402354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0606" r="-1818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158239" y="3517232"/>
                <a:ext cx="2625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39" y="3517232"/>
                <a:ext cx="262572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3953" r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4757417" y="5574813"/>
            <a:ext cx="2502569" cy="160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757417" y="3128393"/>
            <a:ext cx="24063" cy="246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757417" y="4179698"/>
            <a:ext cx="1188412" cy="14111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757417" y="2759061"/>
                <a:ext cx="3879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417" y="2759061"/>
                <a:ext cx="387927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7188" r="-1875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c 30"/>
          <p:cNvSpPr/>
          <p:nvPr/>
        </p:nvSpPr>
        <p:spPr>
          <a:xfrm rot="9639064">
            <a:off x="5173446" y="4272935"/>
            <a:ext cx="879424" cy="913090"/>
          </a:xfrm>
          <a:prstGeom prst="arc">
            <a:avLst>
              <a:gd name="adj1" fmla="val 19355209"/>
              <a:gd name="adj2" fmla="val 1293777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749395" y="3272589"/>
            <a:ext cx="711647" cy="231826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857098" y="3796557"/>
                <a:ext cx="11519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1=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098" y="3796557"/>
                <a:ext cx="1151982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8995" r="-8466" b="-3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4769448" y="5574815"/>
            <a:ext cx="2466475" cy="57108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235923" y="5365902"/>
                <a:ext cx="4023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923" y="5365902"/>
                <a:ext cx="402354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0606" r="-1818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5616987" y="4635598"/>
                <a:ext cx="2641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987" y="4635598"/>
                <a:ext cx="264175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8636" r="-3409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5275100" y="2943727"/>
                <a:ext cx="3879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00" y="2943727"/>
                <a:ext cx="387927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17188" r="-1875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7235923" y="5940930"/>
                <a:ext cx="4023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923" y="5940930"/>
                <a:ext cx="402354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10606" r="-1818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 flipH="1" flipV="1">
            <a:off x="8281363" y="3701898"/>
            <a:ext cx="366260" cy="191302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8647623" y="4203762"/>
            <a:ext cx="1188412" cy="14111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8150205" y="3341542"/>
                <a:ext cx="3879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205" y="3341542"/>
                <a:ext cx="387927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8750" r="-17188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Arc 48"/>
          <p:cNvSpPr/>
          <p:nvPr/>
        </p:nvSpPr>
        <p:spPr>
          <a:xfrm rot="10993647" flipH="1">
            <a:off x="10141270" y="5593039"/>
            <a:ext cx="679625" cy="913090"/>
          </a:xfrm>
          <a:prstGeom prst="arc">
            <a:avLst>
              <a:gd name="adj1" fmla="val 19355209"/>
              <a:gd name="adj2" fmla="val 1293777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8639601" y="3296653"/>
            <a:ext cx="711647" cy="2318268"/>
          </a:xfrm>
          <a:prstGeom prst="straightConnector1">
            <a:avLst/>
          </a:prstGeom>
          <a:ln w="381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9747304" y="3820621"/>
                <a:ext cx="4103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304" y="3820621"/>
                <a:ext cx="410369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25373" r="-25373" b="-3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>
            <a:off x="8659654" y="5598879"/>
            <a:ext cx="2466475" cy="571086"/>
          </a:xfrm>
          <a:prstGeom prst="straightConnector1">
            <a:avLst/>
          </a:prstGeom>
          <a:ln w="381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10284915" y="5985299"/>
                <a:ext cx="2391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915" y="5985299"/>
                <a:ext cx="239103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28205" r="-282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9165306" y="2967791"/>
                <a:ext cx="3879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306" y="2967791"/>
                <a:ext cx="387927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17188" r="-1875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10846060" y="6141120"/>
                <a:ext cx="11215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</a:rPr>
                        <m:t>x</m:t>
                      </m:r>
                      <m:r>
                        <a:rPr lang="en-US" sz="2400" b="0" i="0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6060" y="6141120"/>
                <a:ext cx="1121525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3261" r="-652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 flipV="1">
            <a:off x="8657611" y="3473480"/>
            <a:ext cx="1152804" cy="215784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9765458" y="3107112"/>
                <a:ext cx="4103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58" y="3107112"/>
                <a:ext cx="410369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25373" r="-25373" b="-3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ight Arrow 61"/>
          <p:cNvSpPr/>
          <p:nvPr/>
        </p:nvSpPr>
        <p:spPr>
          <a:xfrm>
            <a:off x="3827628" y="4203762"/>
            <a:ext cx="551867" cy="1642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/>
          <p:cNvSpPr/>
          <p:nvPr/>
        </p:nvSpPr>
        <p:spPr>
          <a:xfrm>
            <a:off x="7382238" y="4242320"/>
            <a:ext cx="551867" cy="1642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0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36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Cambria Math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</cp:revision>
  <dcterms:created xsi:type="dcterms:W3CDTF">2017-07-22T22:04:30Z</dcterms:created>
  <dcterms:modified xsi:type="dcterms:W3CDTF">2017-07-22T22:22:41Z</dcterms:modified>
</cp:coreProperties>
</file>