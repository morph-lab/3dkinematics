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8E51-DC6E-0B40-ACD3-A9BC101AB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8E93B-F7AD-E346-8323-A8449ADCA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10E08-2646-C24A-984E-8F5700AC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3F6C-4183-FF4F-91C5-06430C67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BE79-3621-C544-93CA-595B9E90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8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3F0D-485B-BC44-AE1F-1436B0DC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19BE-90C1-0D42-B586-50DFDE78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29D74-EEDB-7D42-B051-C4E2555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D6226-FC53-734F-B3EC-B3A794CC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5B05-3E76-D44B-BDDC-D54E1998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39B7-D88A-9845-99E3-021985E6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2B3F6-4E06-B64B-98F6-687A56109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1C659-48C8-244B-BBE7-FFFF2C02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6E8F2-1B0A-A340-B542-523BA06F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6CA0F-D79C-8442-8F9F-E5AF0170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7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B3-714C-244E-9F2B-1348517E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0D8AF-D3A9-7741-AC46-AF151EF19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C9FF6-7EDD-A44F-B267-007B83A6E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528D7-05C2-E248-BEF4-2F0035EB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AC75-9CB6-6B47-AFAE-9FEB6423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1B060-F416-D14F-B7AB-96E8D1BA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E88E-51DF-0C46-82E3-9A5EE393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DA73D-462A-4642-B769-46831CA9B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FD575-A70D-5042-85EF-28267EA2D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CC315-E0AD-FE44-9880-BE0786CD2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5A8E2-C78D-904C-81F4-475C9ED5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63561-06C3-A642-B597-1174FD42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F234B-7121-C74F-8A3F-AB8AB59C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79C18-559D-B543-AE10-FA3168C2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1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B122-E7F7-F846-8EAA-9EE99579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A6392-18B5-7244-81D6-5D87AB1A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094BB-4762-584E-AB04-678E352A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659ED-6CEF-6F44-A694-ED8F61C1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9BE21-68AC-364E-8F73-D1D3FC65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5837D-5D79-6448-AABE-7492C50C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13BB6-C2FE-7A42-B37C-2A192804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2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66F7-3FBB-7943-B210-088FCED8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B49D-5F26-154B-8248-9714D1885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47A7E-A3F8-5C4F-B8C2-039459BFD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A82E-B8F1-1F47-887D-BDE9A897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C8317-008C-0244-BF15-506A0069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FC764-EEE5-B347-A95A-FBEE8640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9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3CE2-619E-1F43-880D-48F546C6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2E43C-65F8-7B49-9B99-8232A12F1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3063B-5028-1F4B-A1A8-EA02A7314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F40A1-2D6A-B944-B067-9EB9E39C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5C832-75D6-CB46-A985-98607C5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4FB13-4638-0E4C-8C6F-586CA01A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9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EA81-120E-B74B-9099-086AB7E4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5225A-2272-C848-92FE-A9CC7F74B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16AB5-9F16-B14C-ABB2-5F3DFFF7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E340-4F4F-1544-97F3-2C46B3AE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FB7B5-D1EB-4F49-B0D2-58ADBE38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E4343-72ED-C949-9E1F-78F29C402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F8138-C4E0-B04E-AED3-1B3097D1B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7CC00-EC01-B44A-8DF9-03577185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A24E4-2F9D-0F48-97C0-F0B41818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6FD48-F7AC-724B-89F6-EF85DB73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7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B8313D-807E-4341-87DE-E15B7F07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828F3-B9B1-A14F-AC7A-2394A2C5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2B95-BADB-1540-A358-D8E9A0ABB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ACA00-9DBB-E040-9DE9-254E5CECBE81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3DDC2-ED4A-084A-B53F-CB99799D1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ACD6-DADB-6E41-8CED-6AC05264B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88569-5C80-9A48-8D1A-0106DCC7F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8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EE4927-4F59-CB45-A8DA-EE8DA0F61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834" y="1044657"/>
            <a:ext cx="3681368" cy="4742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8645DC-95FD-1240-9126-B9E88EF07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91" y="1044657"/>
            <a:ext cx="3601806" cy="4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</cp:revision>
  <dcterms:created xsi:type="dcterms:W3CDTF">2020-11-29T10:35:53Z</dcterms:created>
  <dcterms:modified xsi:type="dcterms:W3CDTF">2020-11-29T10:36:22Z</dcterms:modified>
</cp:coreProperties>
</file>