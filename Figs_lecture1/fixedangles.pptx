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ED1F-E343-7A46-91B9-EDD8CD1D7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8FDB7-83B5-C142-ADD5-787E4F9A2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3D708-7D1F-EC4E-A012-6B067D41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9C14B-4A4B-D648-8F8C-08B7C113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127A8-6B5C-5345-9EAB-2C9E011F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7355-5C73-9940-9475-38ED2869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3250-F719-6B40-9CB3-CF6CF5032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D6570-2EB4-6747-87AD-CC7ADAC1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7C8C4-EE54-C54C-97AF-3C15ECBD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F1BC0-4761-0246-A3B9-60AAD6B7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5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E3CF-EAE5-5D4A-AED2-C7BCE93C1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AB00B-B3BA-D14E-8DFC-1D4FA1BB8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0F7E3-21BD-AE43-9D1A-8A592496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47F96-8CB9-4244-AFDE-5AEADBFE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DE0D8-587E-BD42-B08D-77CECC11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2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3562-19F8-F74E-BF1F-D530865A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EA68-263C-8848-A9BA-DFAC415C5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84C87-51B2-6245-A700-15FE10D98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80BB5-4254-BD45-A6BF-C4858383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8343A-ECB1-B148-9BE2-1528C11A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85517-C30C-2F42-B7A7-05A1F462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0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54C5-0736-C045-9AF6-044D118B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828EE-39AF-594C-8A3C-CAF0695AE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6D554-0028-6749-924F-E9FE3F6CA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8A603-66B4-7347-BE9E-B8A65D379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1FF4F-A241-9B43-9E4F-1FAB00316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D7100-4610-5F43-855F-373C4231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4A5F6-565D-E540-8DFF-8FEF4037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9A2DD-BC80-3E43-959C-BAB3890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1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7EF8-6251-DC45-A4D0-FB72A991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66514-BBA6-FA41-8E8D-4D088570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A476-DA9F-934A-B799-3391C166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BEDBE-529C-0C42-A642-8F070DF0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3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5BBE7-9F80-9844-AA2B-E95D4856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AD539-377C-F048-9893-82F6C7F8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E9711-8EB1-D64A-8A9E-614161F4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8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7AA6-BBCA-FF41-9395-0BD30C60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1FE49-C128-A745-94CC-EA00878DE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50F28-6123-9F4D-B076-A0F900D0D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98ACA-9322-5E48-AF19-E9E4E7BE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86CB8-EDA1-E14C-8EBA-EA3555D9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6DC6C-D728-7F42-B3A4-1CC49050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B11D-EC98-A944-8C9D-953DAC50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B2197-466F-DA47-94AC-7FFC0F2AD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98F96-5BB6-3745-80E4-8767FE58F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F2D1E-A33C-0A47-A1E5-28CE75A8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EB2B1-6ED3-A841-883C-695DB4CB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D32DB-B9AB-E246-955A-898D1B43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8EAB-D6F1-674F-BCB2-6CAB8DE4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77875-A1AC-EE4F-A71E-D596093BF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04710-EC15-074A-8DBF-F99B367C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4C547-7E15-4846-97D1-A4D08BED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4C405-B529-3944-84EC-60D0FAD3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8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27C54-8B14-BD42-9522-89B55B4CF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443F6-33FE-8742-B55C-866C47F2B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9F740-B23E-AA4A-BE16-D6357671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4381F-8374-3F40-9B5B-955BF39D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4E8E-486F-F543-BAD0-EC17C29E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8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A0329-D571-2046-B671-4122B86B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0004-9931-E648-90D2-F2C1CC31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64191-292E-B84F-A47A-FA17DE94E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990D3-CA9C-0047-9138-3B4199085A60}" type="datetimeFigureOut">
              <a:rPr lang="en-US" smtClean="0"/>
              <a:t>11/7/20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3B56D-1A05-E844-9A48-3A43295F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F4E4-90D7-4140-ABB1-74DAE5BA3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6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2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5" Type="http://schemas.openxmlformats.org/officeDocument/2006/relationships/image" Target="../media/image23.png"/><Relationship Id="rId33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8" Type="http://schemas.openxmlformats.org/officeDocument/2006/relationships/image" Target="../media/image26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6.png"/><Relationship Id="rId27" Type="http://schemas.openxmlformats.org/officeDocument/2006/relationships/image" Target="../media/image24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C38F768-35E9-264D-A4FD-57E9B057D185}"/>
              </a:ext>
            </a:extLst>
          </p:cNvPr>
          <p:cNvSpPr/>
          <p:nvPr/>
        </p:nvSpPr>
        <p:spPr>
          <a:xfrm rot="1353244">
            <a:off x="645276" y="999162"/>
            <a:ext cx="3082488" cy="3803105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08D6EB-F4C4-6D4A-A9EC-8745BAC0BC54}"/>
              </a:ext>
            </a:extLst>
          </p:cNvPr>
          <p:cNvCxnSpPr>
            <a:cxnSpLocks/>
          </p:cNvCxnSpPr>
          <p:nvPr/>
        </p:nvCxnSpPr>
        <p:spPr>
          <a:xfrm flipH="1" flipV="1">
            <a:off x="802542" y="2211030"/>
            <a:ext cx="1486126" cy="683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F9E257-0DC2-5240-A43E-B1A935DAD4E3}"/>
              </a:ext>
            </a:extLst>
          </p:cNvPr>
          <p:cNvCxnSpPr>
            <a:cxnSpLocks/>
          </p:cNvCxnSpPr>
          <p:nvPr/>
        </p:nvCxnSpPr>
        <p:spPr>
          <a:xfrm flipV="1">
            <a:off x="2264549" y="1225886"/>
            <a:ext cx="788240" cy="16443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F2C7AB-3FF7-614E-872E-75E1E6A2EAE6}"/>
              </a:ext>
            </a:extLst>
          </p:cNvPr>
          <p:cNvCxnSpPr>
            <a:cxnSpLocks/>
          </p:cNvCxnSpPr>
          <p:nvPr/>
        </p:nvCxnSpPr>
        <p:spPr>
          <a:xfrm>
            <a:off x="2265781" y="2894207"/>
            <a:ext cx="872195" cy="668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864BC7-4DD2-9643-BB01-46EAF76D6AE8}"/>
              </a:ext>
            </a:extLst>
          </p:cNvPr>
          <p:cNvCxnSpPr>
            <a:cxnSpLocks/>
          </p:cNvCxnSpPr>
          <p:nvPr/>
        </p:nvCxnSpPr>
        <p:spPr>
          <a:xfrm flipV="1">
            <a:off x="2265781" y="630622"/>
            <a:ext cx="22886" cy="22553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86AD7A-3815-914B-BAA1-FC640ADEFE1E}"/>
              </a:ext>
            </a:extLst>
          </p:cNvPr>
          <p:cNvCxnSpPr>
            <a:cxnSpLocks/>
          </p:cNvCxnSpPr>
          <p:nvPr/>
        </p:nvCxnSpPr>
        <p:spPr>
          <a:xfrm>
            <a:off x="2265781" y="2894207"/>
            <a:ext cx="2122926" cy="364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6BE86C-9156-4F44-820A-90506D1D54EE}"/>
              </a:ext>
            </a:extLst>
          </p:cNvPr>
          <p:cNvCxnSpPr>
            <a:cxnSpLocks/>
          </p:cNvCxnSpPr>
          <p:nvPr/>
        </p:nvCxnSpPr>
        <p:spPr>
          <a:xfrm flipH="1">
            <a:off x="983357" y="2885958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F91A7A-4C30-4F47-B861-DC32C20650C5}"/>
                  </a:ext>
                </a:extLst>
              </p:cNvPr>
              <p:cNvSpPr txBox="1"/>
              <p:nvPr/>
            </p:nvSpPr>
            <p:spPr>
              <a:xfrm>
                <a:off x="3148486" y="3187234"/>
                <a:ext cx="4876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F91A7A-4C30-4F47-B861-DC32C2065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486" y="3187234"/>
                <a:ext cx="487698" cy="492443"/>
              </a:xfrm>
              <a:prstGeom prst="rect">
                <a:avLst/>
              </a:prstGeom>
              <a:blipFill>
                <a:blip r:embed="rId2"/>
                <a:stretch>
                  <a:fillRect l="-10256" t="-20000" r="-512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31BC6-AFA4-CD4F-A439-CF9D57326811}"/>
                  </a:ext>
                </a:extLst>
              </p:cNvPr>
              <p:cNvSpPr txBox="1"/>
              <p:nvPr/>
            </p:nvSpPr>
            <p:spPr>
              <a:xfrm>
                <a:off x="2982678" y="720433"/>
                <a:ext cx="49045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31BC6-AFA4-CD4F-A439-CF9D57326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678" y="720433"/>
                <a:ext cx="490454" cy="492443"/>
              </a:xfrm>
              <a:prstGeom prst="rect">
                <a:avLst/>
              </a:prstGeom>
              <a:blipFill>
                <a:blip r:embed="rId3"/>
                <a:stretch>
                  <a:fillRect l="-17949" t="-20000" r="-5128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DF3562-770B-1340-9606-8EAE3DC04CDD}"/>
                  </a:ext>
                </a:extLst>
              </p:cNvPr>
              <p:cNvSpPr txBox="1"/>
              <p:nvPr/>
            </p:nvSpPr>
            <p:spPr>
              <a:xfrm>
                <a:off x="740028" y="1669783"/>
                <a:ext cx="4624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DF3562-770B-1340-9606-8EAE3DC04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28" y="1669783"/>
                <a:ext cx="462434" cy="492443"/>
              </a:xfrm>
              <a:prstGeom prst="rect">
                <a:avLst/>
              </a:prstGeom>
              <a:blipFill>
                <a:blip r:embed="rId4"/>
                <a:stretch>
                  <a:fillRect l="-10811" t="-20000" r="-540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rc 43">
            <a:extLst>
              <a:ext uri="{FF2B5EF4-FFF2-40B4-BE49-F238E27FC236}">
                <a16:creationId xmlns:a16="http://schemas.microsoft.com/office/drawing/2014/main" id="{47BE3EF0-D17A-E340-ACB9-979FFE42C86C}"/>
              </a:ext>
            </a:extLst>
          </p:cNvPr>
          <p:cNvSpPr/>
          <p:nvPr/>
        </p:nvSpPr>
        <p:spPr>
          <a:xfrm rot="9425350">
            <a:off x="2782218" y="3213388"/>
            <a:ext cx="679678" cy="514608"/>
          </a:xfrm>
          <a:prstGeom prst="arc">
            <a:avLst>
              <a:gd name="adj1" fmla="val 16200000"/>
              <a:gd name="adj2" fmla="val 7715555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6CA9C5F-9E2B-AC42-A1C7-55AD80C5D422}"/>
                  </a:ext>
                </a:extLst>
              </p:cNvPr>
              <p:cNvSpPr txBox="1"/>
              <p:nvPr/>
            </p:nvSpPr>
            <p:spPr>
              <a:xfrm>
                <a:off x="672504" y="3737571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6CA9C5F-9E2B-AC42-A1C7-55AD80C5D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04" y="3737571"/>
                <a:ext cx="463525" cy="492443"/>
              </a:xfrm>
              <a:prstGeom prst="rect">
                <a:avLst/>
              </a:prstGeom>
              <a:blipFill>
                <a:blip r:embed="rId5"/>
                <a:stretch>
                  <a:fillRect l="-10811" t="-17500" r="-540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7733693-247E-1644-BAB7-8CCEF0312A90}"/>
                  </a:ext>
                </a:extLst>
              </p:cNvPr>
              <p:cNvSpPr txBox="1"/>
              <p:nvPr/>
            </p:nvSpPr>
            <p:spPr>
              <a:xfrm>
                <a:off x="3920514" y="2674412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7733693-247E-1644-BAB7-8CCEF0312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514" y="2674412"/>
                <a:ext cx="466281" cy="492443"/>
              </a:xfrm>
              <a:prstGeom prst="rect">
                <a:avLst/>
              </a:prstGeom>
              <a:blipFill>
                <a:blip r:embed="rId6"/>
                <a:stretch>
                  <a:fillRect l="-18919" t="-20513" r="-5405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9F5E54-61FA-2349-8CEC-F5CDFF69174A}"/>
                  </a:ext>
                </a:extLst>
              </p:cNvPr>
              <p:cNvSpPr txBox="1"/>
              <p:nvPr/>
            </p:nvSpPr>
            <p:spPr>
              <a:xfrm>
                <a:off x="2107427" y="161376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9F5E54-61FA-2349-8CEC-F5CDFF691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427" y="161376"/>
                <a:ext cx="438262" cy="492443"/>
              </a:xfrm>
              <a:prstGeom prst="rect">
                <a:avLst/>
              </a:prstGeom>
              <a:blipFill>
                <a:blip r:embed="rId7"/>
                <a:stretch>
                  <a:fillRect l="-11429" t="-20513" r="-5714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430659E-72ED-AA4A-9C26-B6986AD27F4C}"/>
                  </a:ext>
                </a:extLst>
              </p:cNvPr>
              <p:cNvSpPr txBox="1"/>
              <p:nvPr/>
            </p:nvSpPr>
            <p:spPr>
              <a:xfrm>
                <a:off x="2631014" y="3578704"/>
                <a:ext cx="3204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430659E-72ED-AA4A-9C26-B6986AD27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014" y="3578704"/>
                <a:ext cx="320409" cy="492443"/>
              </a:xfrm>
              <a:prstGeom prst="rect">
                <a:avLst/>
              </a:prstGeom>
              <a:blipFill>
                <a:blip r:embed="rId8"/>
                <a:stretch>
                  <a:fillRect l="-23077" r="-23077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Oval 131">
            <a:extLst>
              <a:ext uri="{FF2B5EF4-FFF2-40B4-BE49-F238E27FC236}">
                <a16:creationId xmlns:a16="http://schemas.microsoft.com/office/drawing/2014/main" id="{D4B33AE6-6A2F-B445-AE47-D5CF38013BF2}"/>
              </a:ext>
            </a:extLst>
          </p:cNvPr>
          <p:cNvSpPr/>
          <p:nvPr/>
        </p:nvSpPr>
        <p:spPr>
          <a:xfrm rot="1908248">
            <a:off x="4026724" y="1969352"/>
            <a:ext cx="3833932" cy="2032845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5ABC8441-167F-6848-B68A-9BABACBE1381}"/>
              </a:ext>
            </a:extLst>
          </p:cNvPr>
          <p:cNvCxnSpPr>
            <a:cxnSpLocks/>
          </p:cNvCxnSpPr>
          <p:nvPr/>
        </p:nvCxnSpPr>
        <p:spPr>
          <a:xfrm flipH="1" flipV="1">
            <a:off x="4108901" y="2211030"/>
            <a:ext cx="1914910" cy="718565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665FB0D-BFDB-3445-AEEA-D09599C7A588}"/>
              </a:ext>
            </a:extLst>
          </p:cNvPr>
          <p:cNvCxnSpPr>
            <a:cxnSpLocks/>
          </p:cNvCxnSpPr>
          <p:nvPr/>
        </p:nvCxnSpPr>
        <p:spPr>
          <a:xfrm flipV="1">
            <a:off x="5999693" y="1237752"/>
            <a:ext cx="718129" cy="1667873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2E1504F-F80D-B643-AD4C-607F9982BE72}"/>
              </a:ext>
            </a:extLst>
          </p:cNvPr>
          <p:cNvCxnSpPr>
            <a:cxnSpLocks/>
          </p:cNvCxnSpPr>
          <p:nvPr/>
        </p:nvCxnSpPr>
        <p:spPr>
          <a:xfrm>
            <a:off x="6000925" y="2929595"/>
            <a:ext cx="872195" cy="6688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D09FC31-EE7A-1D4C-920A-21A242B4BC55}"/>
              </a:ext>
            </a:extLst>
          </p:cNvPr>
          <p:cNvCxnSpPr>
            <a:cxnSpLocks/>
          </p:cNvCxnSpPr>
          <p:nvPr/>
        </p:nvCxnSpPr>
        <p:spPr>
          <a:xfrm flipV="1">
            <a:off x="6000925" y="666010"/>
            <a:ext cx="22886" cy="22553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BFC4DD4-A6B9-8149-9893-80A27242955F}"/>
              </a:ext>
            </a:extLst>
          </p:cNvPr>
          <p:cNvCxnSpPr>
            <a:cxnSpLocks/>
          </p:cNvCxnSpPr>
          <p:nvPr/>
        </p:nvCxnSpPr>
        <p:spPr>
          <a:xfrm flipH="1">
            <a:off x="4718501" y="2921346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D5F8B45-D20B-9B4E-A654-E393E261A7FF}"/>
                  </a:ext>
                </a:extLst>
              </p:cNvPr>
              <p:cNvSpPr txBox="1"/>
              <p:nvPr/>
            </p:nvSpPr>
            <p:spPr>
              <a:xfrm>
                <a:off x="6420268" y="3513609"/>
                <a:ext cx="99450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32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GB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D5F8B45-D20B-9B4E-A654-E393E261A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268" y="3513609"/>
                <a:ext cx="994503" cy="492443"/>
              </a:xfrm>
              <a:prstGeom prst="rect">
                <a:avLst/>
              </a:prstGeom>
              <a:blipFill>
                <a:blip r:embed="rId9"/>
                <a:stretch>
                  <a:fillRect l="-10127" t="-25641" r="-5063" b="-48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AE3EA3F-EECD-7A41-A501-EDECAB784468}"/>
                  </a:ext>
                </a:extLst>
              </p:cNvPr>
              <p:cNvSpPr txBox="1"/>
              <p:nvPr/>
            </p:nvSpPr>
            <p:spPr>
              <a:xfrm>
                <a:off x="6748947" y="641773"/>
                <a:ext cx="49045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AE3EA3F-EECD-7A41-A501-EDECAB784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47" y="641773"/>
                <a:ext cx="490454" cy="492443"/>
              </a:xfrm>
              <a:prstGeom prst="rect">
                <a:avLst/>
              </a:prstGeom>
              <a:blipFill>
                <a:blip r:embed="rId10"/>
                <a:stretch>
                  <a:fillRect l="-15000" t="-20513" r="-5000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EE658C3A-5C24-9445-9919-7B9CD7C65B5F}"/>
                  </a:ext>
                </a:extLst>
              </p:cNvPr>
              <p:cNvSpPr txBox="1"/>
              <p:nvPr/>
            </p:nvSpPr>
            <p:spPr>
              <a:xfrm>
                <a:off x="3711552" y="1847030"/>
                <a:ext cx="4624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EE658C3A-5C24-9445-9919-7B9CD7C65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52" y="1847030"/>
                <a:ext cx="462434" cy="492443"/>
              </a:xfrm>
              <a:prstGeom prst="rect">
                <a:avLst/>
              </a:prstGeom>
              <a:blipFill>
                <a:blip r:embed="rId11"/>
                <a:stretch>
                  <a:fillRect l="-7895" t="-17500" r="-2632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Arc 145">
            <a:extLst>
              <a:ext uri="{FF2B5EF4-FFF2-40B4-BE49-F238E27FC236}">
                <a16:creationId xmlns:a16="http://schemas.microsoft.com/office/drawing/2014/main" id="{789C9ABF-43C5-FD4D-9C5A-0014E3733478}"/>
              </a:ext>
            </a:extLst>
          </p:cNvPr>
          <p:cNvSpPr/>
          <p:nvPr/>
        </p:nvSpPr>
        <p:spPr>
          <a:xfrm rot="12097851">
            <a:off x="6263208" y="1495979"/>
            <a:ext cx="679678" cy="276357"/>
          </a:xfrm>
          <a:prstGeom prst="arc">
            <a:avLst>
              <a:gd name="adj1" fmla="val 13759768"/>
              <a:gd name="adj2" fmla="val 7715555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A00041F-DDF5-A343-8E6A-A59963CBEBEB}"/>
                  </a:ext>
                </a:extLst>
              </p:cNvPr>
              <p:cNvSpPr txBox="1"/>
              <p:nvPr/>
            </p:nvSpPr>
            <p:spPr>
              <a:xfrm>
                <a:off x="4407648" y="3772959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A00041F-DDF5-A343-8E6A-A59963CBE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648" y="3772959"/>
                <a:ext cx="463525" cy="492443"/>
              </a:xfrm>
              <a:prstGeom prst="rect">
                <a:avLst/>
              </a:prstGeom>
              <a:blipFill>
                <a:blip r:embed="rId12"/>
                <a:stretch>
                  <a:fillRect l="-10526" t="-20000" r="-2632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57F3745A-C40D-B14D-9D38-1ACCBA617657}"/>
                  </a:ext>
                </a:extLst>
              </p:cNvPr>
              <p:cNvSpPr txBox="1"/>
              <p:nvPr/>
            </p:nvSpPr>
            <p:spPr>
              <a:xfrm>
                <a:off x="5842571" y="196764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57F3745A-C40D-B14D-9D38-1ACCBA617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571" y="196764"/>
                <a:ext cx="438262" cy="492443"/>
              </a:xfrm>
              <a:prstGeom prst="rect">
                <a:avLst/>
              </a:prstGeom>
              <a:blipFill>
                <a:blip r:embed="rId13"/>
                <a:stretch>
                  <a:fillRect l="-8333" t="-17500" r="-2778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D29E772-6348-8343-940E-82F05A2241BB}"/>
                  </a:ext>
                </a:extLst>
              </p:cNvPr>
              <p:cNvSpPr txBox="1"/>
              <p:nvPr/>
            </p:nvSpPr>
            <p:spPr>
              <a:xfrm>
                <a:off x="6669391" y="1533931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D29E772-6348-8343-940E-82F05A224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391" y="1533931"/>
                <a:ext cx="353878" cy="492443"/>
              </a:xfrm>
              <a:prstGeom prst="rect">
                <a:avLst/>
              </a:prstGeom>
              <a:blipFill>
                <a:blip r:embed="rId14"/>
                <a:stretch>
                  <a:fillRect l="-34483" r="-34483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861F57D-72AE-7A4B-845E-4631148082C2}"/>
              </a:ext>
            </a:extLst>
          </p:cNvPr>
          <p:cNvCxnSpPr>
            <a:cxnSpLocks/>
          </p:cNvCxnSpPr>
          <p:nvPr/>
        </p:nvCxnSpPr>
        <p:spPr>
          <a:xfrm flipV="1">
            <a:off x="5997782" y="2036300"/>
            <a:ext cx="1281498" cy="85757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071126CD-AB4F-AF44-A144-85C0CC65A887}"/>
                  </a:ext>
                </a:extLst>
              </p:cNvPr>
              <p:cNvSpPr txBox="1"/>
              <p:nvPr/>
            </p:nvSpPr>
            <p:spPr>
              <a:xfrm>
                <a:off x="7127919" y="1507255"/>
                <a:ext cx="4999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071126CD-AB4F-AF44-A144-85C0CC65A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919" y="1507255"/>
                <a:ext cx="499945" cy="492443"/>
              </a:xfrm>
              <a:prstGeom prst="rect">
                <a:avLst/>
              </a:prstGeom>
              <a:blipFill>
                <a:blip r:embed="rId15"/>
                <a:stretch>
                  <a:fillRect l="-17073" t="-20513" r="-2439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08889FCF-3933-DC47-868D-3B5CF38078B4}"/>
              </a:ext>
            </a:extLst>
          </p:cNvPr>
          <p:cNvCxnSpPr>
            <a:cxnSpLocks/>
          </p:cNvCxnSpPr>
          <p:nvPr/>
        </p:nvCxnSpPr>
        <p:spPr>
          <a:xfrm flipH="1" flipV="1">
            <a:off x="4871173" y="1237752"/>
            <a:ext cx="1118315" cy="16918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8099D48-C0E4-0F42-BC50-5216AF45B64A}"/>
                  </a:ext>
                </a:extLst>
              </p:cNvPr>
              <p:cNvSpPr txBox="1"/>
              <p:nvPr/>
            </p:nvSpPr>
            <p:spPr>
              <a:xfrm>
                <a:off x="4504497" y="686803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8099D48-C0E4-0F42-BC50-5216AF45B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497" y="686803"/>
                <a:ext cx="471924" cy="492443"/>
              </a:xfrm>
              <a:prstGeom prst="rect">
                <a:avLst/>
              </a:prstGeom>
              <a:blipFill>
                <a:blip r:embed="rId16"/>
                <a:stretch>
                  <a:fillRect l="-10526" t="-20000" r="-526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Oval 155">
            <a:extLst>
              <a:ext uri="{FF2B5EF4-FFF2-40B4-BE49-F238E27FC236}">
                <a16:creationId xmlns:a16="http://schemas.microsoft.com/office/drawing/2014/main" id="{DF689C2C-2646-7B4D-AC71-2ADB0EE94D98}"/>
              </a:ext>
            </a:extLst>
          </p:cNvPr>
          <p:cNvSpPr/>
          <p:nvPr/>
        </p:nvSpPr>
        <p:spPr>
          <a:xfrm rot="17575420">
            <a:off x="8083266" y="1877015"/>
            <a:ext cx="3979001" cy="2498802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EEFF0243-A3DF-E64F-AFCC-A7FAE34E8E95}"/>
              </a:ext>
            </a:extLst>
          </p:cNvPr>
          <p:cNvCxnSpPr>
            <a:cxnSpLocks/>
          </p:cNvCxnSpPr>
          <p:nvPr/>
        </p:nvCxnSpPr>
        <p:spPr>
          <a:xfrm flipV="1">
            <a:off x="9969470" y="651569"/>
            <a:ext cx="22886" cy="22553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7183E20-A269-C340-B97C-4C66C33B1389}"/>
              </a:ext>
            </a:extLst>
          </p:cNvPr>
          <p:cNvCxnSpPr>
            <a:cxnSpLocks/>
          </p:cNvCxnSpPr>
          <p:nvPr/>
        </p:nvCxnSpPr>
        <p:spPr>
          <a:xfrm>
            <a:off x="9969470" y="2915154"/>
            <a:ext cx="2122926" cy="364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F2AA4C1A-C39D-684D-BDBC-299607A5EFEC}"/>
              </a:ext>
            </a:extLst>
          </p:cNvPr>
          <p:cNvCxnSpPr>
            <a:cxnSpLocks/>
          </p:cNvCxnSpPr>
          <p:nvPr/>
        </p:nvCxnSpPr>
        <p:spPr>
          <a:xfrm flipH="1">
            <a:off x="8687046" y="2906905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DDA87362-54C2-7343-B4E2-9AD5F7AF72B7}"/>
                  </a:ext>
                </a:extLst>
              </p:cNvPr>
              <p:cNvSpPr txBox="1"/>
              <p:nvPr/>
            </p:nvSpPr>
            <p:spPr>
              <a:xfrm>
                <a:off x="10717492" y="627332"/>
                <a:ext cx="49045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DDA87362-54C2-7343-B4E2-9AD5F7AF7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7492" y="627332"/>
                <a:ext cx="490454" cy="492443"/>
              </a:xfrm>
              <a:prstGeom prst="rect">
                <a:avLst/>
              </a:prstGeom>
              <a:blipFill>
                <a:blip r:embed="rId18"/>
                <a:stretch>
                  <a:fillRect l="-17500" t="-17500" r="-25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Arc 165">
            <a:extLst>
              <a:ext uri="{FF2B5EF4-FFF2-40B4-BE49-F238E27FC236}">
                <a16:creationId xmlns:a16="http://schemas.microsoft.com/office/drawing/2014/main" id="{31574408-F171-8242-913F-47A0930432E1}"/>
              </a:ext>
            </a:extLst>
          </p:cNvPr>
          <p:cNvSpPr/>
          <p:nvPr/>
        </p:nvSpPr>
        <p:spPr>
          <a:xfrm rot="6529059">
            <a:off x="8137820" y="2032339"/>
            <a:ext cx="679678" cy="276357"/>
          </a:xfrm>
          <a:prstGeom prst="arc">
            <a:avLst>
              <a:gd name="adj1" fmla="val 13759768"/>
              <a:gd name="adj2" fmla="val 7715555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D08CDFE-CB49-CA4C-B747-F75DD54FF38D}"/>
                  </a:ext>
                </a:extLst>
              </p:cNvPr>
              <p:cNvSpPr txBox="1"/>
              <p:nvPr/>
            </p:nvSpPr>
            <p:spPr>
              <a:xfrm>
                <a:off x="8376193" y="3758518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D08CDFE-CB49-CA4C-B747-F75DD54FF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193" y="3758518"/>
                <a:ext cx="463525" cy="492443"/>
              </a:xfrm>
              <a:prstGeom prst="rect">
                <a:avLst/>
              </a:prstGeom>
              <a:blipFill>
                <a:blip r:embed="rId19"/>
                <a:stretch>
                  <a:fillRect l="-16667" t="-20000" r="-2778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2EDA29A0-9CEA-F946-BA74-3B486B7CE947}"/>
                  </a:ext>
                </a:extLst>
              </p:cNvPr>
              <p:cNvSpPr txBox="1"/>
              <p:nvPr/>
            </p:nvSpPr>
            <p:spPr>
              <a:xfrm>
                <a:off x="11624203" y="2695359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2EDA29A0-9CEA-F946-BA74-3B486B7CE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4203" y="2695359"/>
                <a:ext cx="466281" cy="492443"/>
              </a:xfrm>
              <a:prstGeom prst="rect">
                <a:avLst/>
              </a:prstGeom>
              <a:blipFill>
                <a:blip r:embed="rId20"/>
                <a:stretch>
                  <a:fillRect l="-18421" t="-17500" r="-2632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46781CE-D83B-5048-B8F0-EE279EEC1F7A}"/>
                  </a:ext>
                </a:extLst>
              </p:cNvPr>
              <p:cNvSpPr txBox="1"/>
              <p:nvPr/>
            </p:nvSpPr>
            <p:spPr>
              <a:xfrm>
                <a:off x="9811116" y="182323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46781CE-D83B-5048-B8F0-EE279EEC1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16" y="182323"/>
                <a:ext cx="438262" cy="492443"/>
              </a:xfrm>
              <a:prstGeom prst="rect">
                <a:avLst/>
              </a:prstGeom>
              <a:blipFill>
                <a:blip r:embed="rId21"/>
                <a:stretch>
                  <a:fillRect l="-11429" t="-17500" r="-285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A507492B-35DE-C945-9325-E8B5BDDE64BC}"/>
                  </a:ext>
                </a:extLst>
              </p:cNvPr>
              <p:cNvSpPr txBox="1"/>
              <p:nvPr/>
            </p:nvSpPr>
            <p:spPr>
              <a:xfrm>
                <a:off x="8408265" y="1672635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A507492B-35DE-C945-9325-E8B5BDDE6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265" y="1672635"/>
                <a:ext cx="352276" cy="492443"/>
              </a:xfrm>
              <a:prstGeom prst="rect">
                <a:avLst/>
              </a:prstGeom>
              <a:blipFill>
                <a:blip r:embed="rId22"/>
                <a:stretch>
                  <a:fillRect l="-10345" r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0B0FA38-905F-694D-92E3-BB580A25B229}"/>
              </a:ext>
            </a:extLst>
          </p:cNvPr>
          <p:cNvCxnSpPr>
            <a:cxnSpLocks/>
          </p:cNvCxnSpPr>
          <p:nvPr/>
        </p:nvCxnSpPr>
        <p:spPr>
          <a:xfrm flipV="1">
            <a:off x="-113284" y="2872948"/>
            <a:ext cx="9823429" cy="342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802F2C3-840B-244B-A8A6-333159746276}"/>
              </a:ext>
            </a:extLst>
          </p:cNvPr>
          <p:cNvCxnSpPr>
            <a:cxnSpLocks/>
          </p:cNvCxnSpPr>
          <p:nvPr/>
        </p:nvCxnSpPr>
        <p:spPr>
          <a:xfrm flipH="1" flipV="1">
            <a:off x="9261044" y="1533931"/>
            <a:ext cx="706514" cy="136678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ED24E189-0D16-1741-85E6-7FA935D931CC}"/>
                  </a:ext>
                </a:extLst>
              </p:cNvPr>
              <p:cNvSpPr txBox="1"/>
              <p:nvPr/>
            </p:nvSpPr>
            <p:spPr>
              <a:xfrm>
                <a:off x="9175544" y="1064715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ED24E189-0D16-1741-85E6-7FA935D93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544" y="1064715"/>
                <a:ext cx="471924" cy="492443"/>
              </a:xfrm>
              <a:prstGeom prst="rect">
                <a:avLst/>
              </a:prstGeom>
              <a:blipFill>
                <a:blip r:embed="rId25"/>
                <a:stretch>
                  <a:fillRect l="-7692" t="-23077" r="-512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2148CC9-66AD-8F4B-A061-697CFDA2FDA3}"/>
                  </a:ext>
                </a:extLst>
              </p:cNvPr>
              <p:cNvSpPr txBox="1"/>
              <p:nvPr/>
            </p:nvSpPr>
            <p:spPr>
              <a:xfrm>
                <a:off x="7655658" y="2709800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2148CC9-66AD-8F4B-A061-697CFDA2F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658" y="2709800"/>
                <a:ext cx="466281" cy="492443"/>
              </a:xfrm>
              <a:prstGeom prst="rect">
                <a:avLst/>
              </a:prstGeom>
              <a:blipFill>
                <a:blip r:embed="rId26"/>
                <a:stretch>
                  <a:fillRect l="-18421" t="-20000" r="-2632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9DA2F224-C021-3148-ACB0-CEDCF20291C4}"/>
              </a:ext>
            </a:extLst>
          </p:cNvPr>
          <p:cNvCxnSpPr>
            <a:cxnSpLocks/>
          </p:cNvCxnSpPr>
          <p:nvPr/>
        </p:nvCxnSpPr>
        <p:spPr>
          <a:xfrm>
            <a:off x="6000925" y="2929595"/>
            <a:ext cx="2122926" cy="364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D9F694E5-D7FB-5848-B6B3-8B58CE258BA0}"/>
              </a:ext>
            </a:extLst>
          </p:cNvPr>
          <p:cNvCxnSpPr>
            <a:cxnSpLocks/>
          </p:cNvCxnSpPr>
          <p:nvPr/>
        </p:nvCxnSpPr>
        <p:spPr>
          <a:xfrm flipV="1">
            <a:off x="10000581" y="2461037"/>
            <a:ext cx="1713525" cy="439676"/>
          </a:xfrm>
          <a:prstGeom prst="straightConnector1">
            <a:avLst/>
          </a:prstGeom>
          <a:ln w="3810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AD5C484E-1659-8D46-9BB3-E4203A65C4C0}"/>
                  </a:ext>
                </a:extLst>
              </p:cNvPr>
              <p:cNvSpPr txBox="1"/>
              <p:nvPr/>
            </p:nvSpPr>
            <p:spPr>
              <a:xfrm>
                <a:off x="11648232" y="2167735"/>
                <a:ext cx="4999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AD5C484E-1659-8D46-9BB3-E4203A65C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8232" y="2167735"/>
                <a:ext cx="499945" cy="492443"/>
              </a:xfrm>
              <a:prstGeom prst="rect">
                <a:avLst/>
              </a:prstGeom>
              <a:blipFill>
                <a:blip r:embed="rId27"/>
                <a:stretch>
                  <a:fillRect l="-17073" t="-20513" r="-4878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6927C0C5-BD95-3341-AEC5-8E125360D5CC}"/>
              </a:ext>
            </a:extLst>
          </p:cNvPr>
          <p:cNvCxnSpPr>
            <a:cxnSpLocks/>
          </p:cNvCxnSpPr>
          <p:nvPr/>
        </p:nvCxnSpPr>
        <p:spPr>
          <a:xfrm flipH="1">
            <a:off x="9551961" y="2941175"/>
            <a:ext cx="400813" cy="1360511"/>
          </a:xfrm>
          <a:prstGeom prst="straightConnector1">
            <a:avLst/>
          </a:prstGeom>
          <a:ln w="3810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25F8382A-8FE7-414B-B215-49D43B8E1955}"/>
                  </a:ext>
                </a:extLst>
              </p:cNvPr>
              <p:cNvSpPr txBox="1"/>
              <p:nvPr/>
            </p:nvSpPr>
            <p:spPr>
              <a:xfrm>
                <a:off x="9398875" y="4250961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25F8382A-8FE7-414B-B215-49D43B8E1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875" y="4250961"/>
                <a:ext cx="497187" cy="492443"/>
              </a:xfrm>
              <a:prstGeom prst="rect">
                <a:avLst/>
              </a:prstGeom>
              <a:blipFill>
                <a:blip r:embed="rId28"/>
                <a:stretch>
                  <a:fillRect l="-10000" t="-20513" r="-500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Arc 182">
            <a:extLst>
              <a:ext uri="{FF2B5EF4-FFF2-40B4-BE49-F238E27FC236}">
                <a16:creationId xmlns:a16="http://schemas.microsoft.com/office/drawing/2014/main" id="{BB13704F-D960-1648-8C46-FAF9C46A30E2}"/>
              </a:ext>
            </a:extLst>
          </p:cNvPr>
          <p:cNvSpPr/>
          <p:nvPr/>
        </p:nvSpPr>
        <p:spPr>
          <a:xfrm rot="11015050">
            <a:off x="8974908" y="2619677"/>
            <a:ext cx="1177998" cy="1094357"/>
          </a:xfrm>
          <a:prstGeom prst="arc">
            <a:avLst>
              <a:gd name="adj1" fmla="val 14993965"/>
              <a:gd name="adj2" fmla="val 19059273"/>
            </a:avLst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DA85A6A-865B-A84B-BB46-9F03C51252C4}"/>
                  </a:ext>
                </a:extLst>
              </p:cNvPr>
              <p:cNvSpPr txBox="1"/>
              <p:nvPr/>
            </p:nvSpPr>
            <p:spPr>
              <a:xfrm>
                <a:off x="9064209" y="3568983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DA85A6A-865B-A84B-BB46-9F03C5125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209" y="3568983"/>
                <a:ext cx="352276" cy="492443"/>
              </a:xfrm>
              <a:prstGeom prst="rect">
                <a:avLst/>
              </a:prstGeom>
              <a:blipFill>
                <a:blip r:embed="rId29"/>
                <a:stretch>
                  <a:fillRect l="-14286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E7A9B9-BA72-6442-8AB5-8A45F0F1B5FB}"/>
                  </a:ext>
                </a:extLst>
              </p:cNvPr>
              <p:cNvSpPr txBox="1"/>
              <p:nvPr/>
            </p:nvSpPr>
            <p:spPr>
              <a:xfrm>
                <a:off x="11127351" y="2541445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E7A9B9-BA72-6442-8AB5-8A45F0F1B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7351" y="2541445"/>
                <a:ext cx="352276" cy="492443"/>
              </a:xfrm>
              <a:prstGeom prst="rect">
                <a:avLst/>
              </a:prstGeom>
              <a:blipFill>
                <a:blip r:embed="rId30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Arc 183">
            <a:extLst>
              <a:ext uri="{FF2B5EF4-FFF2-40B4-BE49-F238E27FC236}">
                <a16:creationId xmlns:a16="http://schemas.microsoft.com/office/drawing/2014/main" id="{138B2985-50D0-3348-B0C4-47A13C69F297}"/>
              </a:ext>
            </a:extLst>
          </p:cNvPr>
          <p:cNvSpPr/>
          <p:nvPr/>
        </p:nvSpPr>
        <p:spPr>
          <a:xfrm rot="4690626">
            <a:off x="9937772" y="2265701"/>
            <a:ext cx="1177998" cy="1094357"/>
          </a:xfrm>
          <a:prstGeom prst="arc">
            <a:avLst>
              <a:gd name="adj1" fmla="val 15881183"/>
              <a:gd name="adj2" fmla="val 18775699"/>
            </a:avLst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70B510B-3333-344F-A24A-03DEC5ED942A}"/>
              </a:ext>
            </a:extLst>
          </p:cNvPr>
          <p:cNvCxnSpPr>
            <a:cxnSpLocks/>
          </p:cNvCxnSpPr>
          <p:nvPr/>
        </p:nvCxnSpPr>
        <p:spPr>
          <a:xfrm flipH="1" flipV="1">
            <a:off x="8096190" y="2173613"/>
            <a:ext cx="1914910" cy="718565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2EF49F7-07CD-764F-836A-E5E72A9F4048}"/>
              </a:ext>
            </a:extLst>
          </p:cNvPr>
          <p:cNvCxnSpPr>
            <a:cxnSpLocks/>
          </p:cNvCxnSpPr>
          <p:nvPr/>
        </p:nvCxnSpPr>
        <p:spPr>
          <a:xfrm flipV="1">
            <a:off x="9986982" y="1200335"/>
            <a:ext cx="718129" cy="1667873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9E1854D-37CB-204F-A4D2-5FAD1AC2A6F0}"/>
                  </a:ext>
                </a:extLst>
              </p:cNvPr>
              <p:cNvSpPr txBox="1"/>
              <p:nvPr/>
            </p:nvSpPr>
            <p:spPr>
              <a:xfrm>
                <a:off x="7899258" y="1693947"/>
                <a:ext cx="4624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9E1854D-37CB-204F-A4D2-5FAD1AC2A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58" y="1693947"/>
                <a:ext cx="462434" cy="492443"/>
              </a:xfrm>
              <a:prstGeom prst="rect">
                <a:avLst/>
              </a:prstGeom>
              <a:blipFill>
                <a:blip r:embed="rId31"/>
                <a:stretch>
                  <a:fillRect l="-8108" t="-17500" r="-540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Arc 71">
            <a:extLst>
              <a:ext uri="{FF2B5EF4-FFF2-40B4-BE49-F238E27FC236}">
                <a16:creationId xmlns:a16="http://schemas.microsoft.com/office/drawing/2014/main" id="{AD947CA4-7C63-8D42-8481-DA24C87DC140}"/>
              </a:ext>
            </a:extLst>
          </p:cNvPr>
          <p:cNvSpPr/>
          <p:nvPr/>
        </p:nvSpPr>
        <p:spPr>
          <a:xfrm rot="21139388">
            <a:off x="9321696" y="1702785"/>
            <a:ext cx="1177998" cy="1094357"/>
          </a:xfrm>
          <a:prstGeom prst="arc">
            <a:avLst>
              <a:gd name="adj1" fmla="val 13349356"/>
              <a:gd name="adj2" fmla="val 17158231"/>
            </a:avLst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6F7D92C-243B-8643-ABC1-2220ABDE474D}"/>
                  </a:ext>
                </a:extLst>
              </p:cNvPr>
              <p:cNvSpPr txBox="1"/>
              <p:nvPr/>
            </p:nvSpPr>
            <p:spPr>
              <a:xfrm>
                <a:off x="9563907" y="1637301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6F7D92C-243B-8643-ABC1-2220ABDE4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07" y="1637301"/>
                <a:ext cx="352276" cy="492443"/>
              </a:xfrm>
              <a:prstGeom prst="rect">
                <a:avLst/>
              </a:prstGeom>
              <a:blipFill>
                <a:blip r:embed="rId33"/>
                <a:stretch>
                  <a:fillRect l="-13793" r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Oval 73">
            <a:extLst>
              <a:ext uri="{FF2B5EF4-FFF2-40B4-BE49-F238E27FC236}">
                <a16:creationId xmlns:a16="http://schemas.microsoft.com/office/drawing/2014/main" id="{832B5E26-3A95-2147-9476-83BC4354ED3F}"/>
              </a:ext>
            </a:extLst>
          </p:cNvPr>
          <p:cNvSpPr/>
          <p:nvPr/>
        </p:nvSpPr>
        <p:spPr>
          <a:xfrm rot="17243459">
            <a:off x="3946831" y="1609836"/>
            <a:ext cx="3979001" cy="249880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53A60C-CBB9-E442-97F4-9C3F2CB350DB}"/>
              </a:ext>
            </a:extLst>
          </p:cNvPr>
          <p:cNvCxnSpPr>
            <a:cxnSpLocks/>
          </p:cNvCxnSpPr>
          <p:nvPr/>
        </p:nvCxnSpPr>
        <p:spPr>
          <a:xfrm flipH="1">
            <a:off x="5266213" y="2668680"/>
            <a:ext cx="75085" cy="5686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8E334F9-1A7D-FA43-B0B5-6CDE423D9C0B}"/>
              </a:ext>
            </a:extLst>
          </p:cNvPr>
          <p:cNvCxnSpPr>
            <a:cxnSpLocks/>
          </p:cNvCxnSpPr>
          <p:nvPr/>
        </p:nvCxnSpPr>
        <p:spPr>
          <a:xfrm flipH="1" flipV="1">
            <a:off x="5267606" y="3250661"/>
            <a:ext cx="646418" cy="231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4FE2205-52CE-7542-988C-72C095FF9F85}"/>
              </a:ext>
            </a:extLst>
          </p:cNvPr>
          <p:cNvCxnSpPr>
            <a:cxnSpLocks/>
          </p:cNvCxnSpPr>
          <p:nvPr/>
        </p:nvCxnSpPr>
        <p:spPr>
          <a:xfrm flipH="1">
            <a:off x="5736338" y="2927746"/>
            <a:ext cx="241321" cy="18156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5FD0AB8-8C69-444F-A048-A6CC71A677FC}"/>
              </a:ext>
            </a:extLst>
          </p:cNvPr>
          <p:cNvCxnSpPr>
            <a:cxnSpLocks/>
          </p:cNvCxnSpPr>
          <p:nvPr/>
        </p:nvCxnSpPr>
        <p:spPr>
          <a:xfrm>
            <a:off x="2591453" y="2411897"/>
            <a:ext cx="397131" cy="297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F6F2378-9E40-4D4B-BFB7-63464D326D3F}"/>
              </a:ext>
            </a:extLst>
          </p:cNvPr>
          <p:cNvCxnSpPr>
            <a:cxnSpLocks/>
          </p:cNvCxnSpPr>
          <p:nvPr/>
        </p:nvCxnSpPr>
        <p:spPr>
          <a:xfrm flipH="1">
            <a:off x="2685434" y="2709800"/>
            <a:ext cx="319977" cy="486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7B334CF-F950-BD45-AA98-A5AFBEA543D5}"/>
              </a:ext>
            </a:extLst>
          </p:cNvPr>
          <p:cNvCxnSpPr>
            <a:cxnSpLocks/>
          </p:cNvCxnSpPr>
          <p:nvPr/>
        </p:nvCxnSpPr>
        <p:spPr>
          <a:xfrm flipH="1">
            <a:off x="2311935" y="1353154"/>
            <a:ext cx="988487" cy="1511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6B33D7E-254F-4641-92AA-644B07930DBA}"/>
              </a:ext>
            </a:extLst>
          </p:cNvPr>
          <p:cNvCxnSpPr>
            <a:cxnSpLocks/>
          </p:cNvCxnSpPr>
          <p:nvPr/>
        </p:nvCxnSpPr>
        <p:spPr>
          <a:xfrm>
            <a:off x="9943453" y="2889751"/>
            <a:ext cx="872195" cy="66880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632E432-FBCC-194E-BD37-447A34AD9571}"/>
                  </a:ext>
                </a:extLst>
              </p:cNvPr>
              <p:cNvSpPr txBox="1"/>
              <p:nvPr/>
            </p:nvSpPr>
            <p:spPr>
              <a:xfrm>
                <a:off x="10826158" y="3182778"/>
                <a:ext cx="4876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632E432-FBCC-194E-BD37-447A34AD9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6158" y="3182778"/>
                <a:ext cx="487698" cy="492443"/>
              </a:xfrm>
              <a:prstGeom prst="rect">
                <a:avLst/>
              </a:prstGeom>
              <a:blipFill>
                <a:blip r:embed="rId34"/>
                <a:stretch>
                  <a:fillRect l="-12821" t="-20000" r="-5128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0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31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16</cp:revision>
  <dcterms:created xsi:type="dcterms:W3CDTF">2020-06-14T13:06:36Z</dcterms:created>
  <dcterms:modified xsi:type="dcterms:W3CDTF">2020-11-07T20:30:56Z</dcterms:modified>
</cp:coreProperties>
</file>