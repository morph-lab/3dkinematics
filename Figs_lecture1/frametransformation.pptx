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4DC6-605F-EF47-8C9D-8077CF84E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E2B8C-71D3-4E44-8615-225C26509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FBA0-ADF9-6647-98A2-791D2B0F3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86BD6-F555-2047-88E1-8F994851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9FC1-0E1A-7D40-9C93-3A4D3C30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70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043C-901E-4F48-BE96-174DA1B97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4322-0C22-F64C-A9AE-AC62ECE24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719B-258B-5E4C-8F1F-60E4B76A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563D9-A3F3-ED40-8D37-3DD2A51A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CE7D0-9234-9043-AC70-A456C6F9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965F5-BAE7-8B46-A50E-3132D770B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AD563-B59B-8845-8955-85798A4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A72B2-B9B6-2E4F-805C-950E787F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C6E72-9E6D-B144-AA7F-10930E4CE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2EEDB-9807-A540-A6BE-30011086F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77C7-0722-9C40-A796-5EB68F6D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2D0B1-B24F-D14B-A27C-C1BF4ACAA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450D7-8244-7B45-AF7D-9EBFE8C98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36F8B-29A6-DB47-AC91-274F3A0F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718D0-DE1A-1346-87E3-A452F756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C5815-19A5-F34B-B951-0863E08E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2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7FF1D-ED05-AF46-BEED-838A38056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C4A82-D4F2-D345-9418-653C60F5D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79CA-C8E1-B945-B6E3-DBAC6EB050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D477A-DFDE-6F44-9146-F37428B042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D708F-C177-CD42-8E15-C2F50BAE8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F560A-4E6C-5D47-A12B-8A3A9DEE4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46ED4-9AFD-AC41-BDBF-AAA186AF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A7D59-6E80-EC46-8774-A4F20C0F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B017-1023-7F42-B260-191078EBB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7F8DB-E277-AE45-B983-F031A0EA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54370-FE5A-AF47-9E8F-371827C2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08122-9C27-EC4E-82F0-7BEC9260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5D36E-A185-CC4E-8FFA-17C65054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BF1CB-9AE0-3340-8DFE-5C8782491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A12F-09BB-B54D-A198-C3690D35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2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D067C-B76B-6B4B-8750-1F82CBF4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DBE8-B6E6-F443-8A90-70523FAFD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BDF5F-7F20-E440-B2CD-9844025D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536E1-FE14-D140-94C6-2A1F9C83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56D4-25B5-0C48-B917-C0D23D20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49FD-FCDD-5E4B-9906-059D4535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9881-9813-FD40-A1AD-D5C4F92C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5704BC-EEDD-F743-AA9D-D85E73D42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900D8-1719-404C-863C-C469ED9B6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1A9C3-ABE2-F144-B8F2-6EAB28CE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AD2D-2885-C341-A2F6-85F64B87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1358C-CE25-FE4B-B852-30B4326D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1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10BB-BCF7-8345-9CE5-9242D831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328C9-1ABD-B64B-8FF7-8B0BE0BD7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C6F9-2A41-2242-9CCB-5B8E4158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BE488-4D0E-E74E-A9A3-75F0E45EE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CC8C-8496-C74B-A9C9-3C8B51AE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36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09A82-D73A-2D4F-B22F-39F7CF180D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7752C-21DB-1D43-AF16-3DACCF8BF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EC418-EA6D-6F4A-AFD5-A2BB5A652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1ECCC-B8F0-0842-9CCC-CF880F97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4459-B3E6-464E-8B0A-5C2C1865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1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A2A8C-7D4D-1C40-BAEA-C0E95929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50B7-AE96-554E-8F01-16206C09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1A055-C47D-0240-98E3-FCF1F35209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220CA-DC66-DB48-B463-8C10A1A47E5C}" type="datetimeFigureOut">
              <a:rPr lang="en-US" smtClean="0"/>
              <a:t>11/26/20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16009-6D45-6244-8A7C-217F12855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09DD8-4F46-F04A-B73B-83BBE76E1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6A88B-5D34-0340-A044-74028CD22B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6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RANKA EMIKA Panda">
            <a:extLst>
              <a:ext uri="{FF2B5EF4-FFF2-40B4-BE49-F238E27FC236}">
                <a16:creationId xmlns:a16="http://schemas.microsoft.com/office/drawing/2014/main" id="{B6B11903-7E54-074A-8238-88181C257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01" y="-669068"/>
            <a:ext cx="8935126" cy="89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590C91-5C07-1C45-8BF4-F058F7C39141}"/>
              </a:ext>
            </a:extLst>
          </p:cNvPr>
          <p:cNvCxnSpPr>
            <a:cxnSpLocks/>
          </p:cNvCxnSpPr>
          <p:nvPr/>
        </p:nvCxnSpPr>
        <p:spPr>
          <a:xfrm>
            <a:off x="8453720" y="3541050"/>
            <a:ext cx="786798" cy="7450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2D2ABC-EF0D-1D42-90C8-4DBAC9D03366}"/>
              </a:ext>
            </a:extLst>
          </p:cNvPr>
          <p:cNvCxnSpPr>
            <a:cxnSpLocks/>
          </p:cNvCxnSpPr>
          <p:nvPr/>
        </p:nvCxnSpPr>
        <p:spPr>
          <a:xfrm flipH="1" flipV="1">
            <a:off x="6075661" y="1759021"/>
            <a:ext cx="2378059" cy="1782029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D42C13-CEFE-5544-AAFA-2796E3157463}"/>
              </a:ext>
            </a:extLst>
          </p:cNvPr>
          <p:cNvCxnSpPr>
            <a:cxnSpLocks/>
          </p:cNvCxnSpPr>
          <p:nvPr/>
        </p:nvCxnSpPr>
        <p:spPr>
          <a:xfrm flipH="1">
            <a:off x="8090252" y="3554395"/>
            <a:ext cx="363468" cy="44583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81BC0A6-7C3D-5C4E-9BE4-B4B6E695F86B}"/>
              </a:ext>
            </a:extLst>
          </p:cNvPr>
          <p:cNvCxnSpPr>
            <a:cxnSpLocks/>
          </p:cNvCxnSpPr>
          <p:nvPr/>
        </p:nvCxnSpPr>
        <p:spPr>
          <a:xfrm flipH="1" flipV="1">
            <a:off x="8053120" y="3066171"/>
            <a:ext cx="411110" cy="45762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418DE0-C4A8-9D4A-B8AC-3C60F0FFCEBD}"/>
              </a:ext>
            </a:extLst>
          </p:cNvPr>
          <p:cNvCxnSpPr>
            <a:cxnSpLocks/>
          </p:cNvCxnSpPr>
          <p:nvPr/>
        </p:nvCxnSpPr>
        <p:spPr>
          <a:xfrm flipH="1">
            <a:off x="5649601" y="1738349"/>
            <a:ext cx="436229" cy="45221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1E6F801-864C-394B-8A5E-A396D4EA0871}"/>
              </a:ext>
            </a:extLst>
          </p:cNvPr>
          <p:cNvCxnSpPr>
            <a:cxnSpLocks/>
          </p:cNvCxnSpPr>
          <p:nvPr/>
        </p:nvCxnSpPr>
        <p:spPr>
          <a:xfrm flipH="1" flipV="1">
            <a:off x="5710861" y="1182633"/>
            <a:ext cx="364800" cy="55780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504D1C2-D13E-2042-923C-3B6AAE7B212D}"/>
                  </a:ext>
                </a:extLst>
              </p:cNvPr>
              <p:cNvSpPr txBox="1"/>
              <p:nvPr/>
            </p:nvSpPr>
            <p:spPr>
              <a:xfrm>
                <a:off x="9266709" y="3356384"/>
                <a:ext cx="3459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4504D1C2-D13E-2042-923C-3B6AAE7B2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6709" y="3356384"/>
                <a:ext cx="345992" cy="369332"/>
              </a:xfrm>
              <a:prstGeom prst="rect">
                <a:avLst/>
              </a:prstGeom>
              <a:blipFill>
                <a:blip r:embed="rId3"/>
                <a:stretch>
                  <a:fillRect l="-10714" r="-3571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6DAA4-551B-B342-92B6-64FB5181A6AB}"/>
                  </a:ext>
                </a:extLst>
              </p:cNvPr>
              <p:cNvSpPr txBox="1"/>
              <p:nvPr/>
            </p:nvSpPr>
            <p:spPr>
              <a:xfrm>
                <a:off x="6676862" y="868803"/>
                <a:ext cx="3531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76DAA4-551B-B342-92B6-64FB5181A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6862" y="868803"/>
                <a:ext cx="353109" cy="369332"/>
              </a:xfrm>
              <a:prstGeom prst="rect">
                <a:avLst/>
              </a:prstGeom>
              <a:blipFill>
                <a:blip r:embed="rId4"/>
                <a:stretch>
                  <a:fillRect l="-10345" r="-3448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ECF235F-27C7-6540-B3D6-54CAC2C23310}"/>
                  </a:ext>
                </a:extLst>
              </p:cNvPr>
              <p:cNvSpPr txBox="1"/>
              <p:nvPr/>
            </p:nvSpPr>
            <p:spPr>
              <a:xfrm>
                <a:off x="5572868" y="732506"/>
                <a:ext cx="3720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ECF235F-27C7-6540-B3D6-54CAC2C23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868" y="732506"/>
                <a:ext cx="372025" cy="369332"/>
              </a:xfrm>
              <a:prstGeom prst="rect">
                <a:avLst/>
              </a:prstGeom>
              <a:blipFill>
                <a:blip r:embed="rId5"/>
                <a:stretch>
                  <a:fillRect l="-9677" r="-322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C7B84F-4D6C-5144-BA49-DE574097AE19}"/>
                  </a:ext>
                </a:extLst>
              </p:cNvPr>
              <p:cNvSpPr txBox="1"/>
              <p:nvPr/>
            </p:nvSpPr>
            <p:spPr>
              <a:xfrm>
                <a:off x="8063106" y="2741411"/>
                <a:ext cx="364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C7B84F-4D6C-5144-BA49-DE574097A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3106" y="2741411"/>
                <a:ext cx="364908" cy="369332"/>
              </a:xfrm>
              <a:prstGeom prst="rect">
                <a:avLst/>
              </a:prstGeom>
              <a:blipFill>
                <a:blip r:embed="rId6"/>
                <a:stretch>
                  <a:fillRect l="-6667" r="-3333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A8ED4A7-80D5-9642-AF6E-A07AE9F17BF4}"/>
                  </a:ext>
                </a:extLst>
              </p:cNvPr>
              <p:cNvSpPr txBox="1"/>
              <p:nvPr/>
            </p:nvSpPr>
            <p:spPr>
              <a:xfrm>
                <a:off x="7747246" y="3573660"/>
                <a:ext cx="3666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A8ED4A7-80D5-9642-AF6E-A07AE9F17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246" y="3573660"/>
                <a:ext cx="366639" cy="369332"/>
              </a:xfrm>
              <a:prstGeom prst="rect">
                <a:avLst/>
              </a:prstGeom>
              <a:blipFill>
                <a:blip r:embed="rId7"/>
                <a:stretch>
                  <a:fillRect l="-16667" r="-3333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86F25D-2AC9-AB4E-A7B2-C58794FC3C1F}"/>
                  </a:ext>
                </a:extLst>
              </p:cNvPr>
              <p:cNvSpPr txBox="1"/>
              <p:nvPr/>
            </p:nvSpPr>
            <p:spPr>
              <a:xfrm>
                <a:off x="5337105" y="1988807"/>
                <a:ext cx="3737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86F25D-2AC9-AB4E-A7B2-C58794FC3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7105" y="1988807"/>
                <a:ext cx="373756" cy="369332"/>
              </a:xfrm>
              <a:prstGeom prst="rect">
                <a:avLst/>
              </a:prstGeom>
              <a:blipFill>
                <a:blip r:embed="rId8"/>
                <a:stretch>
                  <a:fillRect l="-20000" r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A4F680-AD91-D94C-8E17-B674BDAED20F}"/>
              </a:ext>
            </a:extLst>
          </p:cNvPr>
          <p:cNvCxnSpPr>
            <a:cxnSpLocks/>
          </p:cNvCxnSpPr>
          <p:nvPr/>
        </p:nvCxnSpPr>
        <p:spPr>
          <a:xfrm flipV="1">
            <a:off x="6096000" y="1238135"/>
            <a:ext cx="693683" cy="50754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FA347C9-CAEE-2B4D-A383-0DA83F983636}"/>
                  </a:ext>
                </a:extLst>
              </p:cNvPr>
              <p:cNvSpPr txBox="1"/>
              <p:nvPr/>
            </p:nvSpPr>
            <p:spPr>
              <a:xfrm>
                <a:off x="8419550" y="3502778"/>
                <a:ext cx="3581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FA347C9-CAEE-2B4D-A383-0DA83F983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550" y="3502778"/>
                <a:ext cx="358175" cy="369332"/>
              </a:xfrm>
              <a:prstGeom prst="rect">
                <a:avLst/>
              </a:prstGeom>
              <a:blipFill>
                <a:blip r:embed="rId9"/>
                <a:stretch>
                  <a:fillRect l="-6897" r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A571F1-9C98-EA48-80EF-517145703F84}"/>
                  </a:ext>
                </a:extLst>
              </p:cNvPr>
              <p:cNvSpPr txBox="1"/>
              <p:nvPr/>
            </p:nvSpPr>
            <p:spPr>
              <a:xfrm>
                <a:off x="5944893" y="1686771"/>
                <a:ext cx="3652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2A571F1-9C98-EA48-80EF-517145703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893" y="1686771"/>
                <a:ext cx="365292" cy="369332"/>
              </a:xfrm>
              <a:prstGeom prst="rect">
                <a:avLst/>
              </a:prstGeom>
              <a:blipFill>
                <a:blip r:embed="rId10"/>
                <a:stretch>
                  <a:fillRect l="-10345" r="-344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07639A-C5CB-724A-B6C6-34A6AA0AD2F7}"/>
                  </a:ext>
                </a:extLst>
              </p:cNvPr>
              <p:cNvSpPr txBox="1"/>
              <p:nvPr/>
            </p:nvSpPr>
            <p:spPr>
              <a:xfrm>
                <a:off x="7147808" y="2195616"/>
                <a:ext cx="2442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07639A-C5CB-724A-B6C6-34A6AA0AD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808" y="2195616"/>
                <a:ext cx="244234" cy="369332"/>
              </a:xfrm>
              <a:prstGeom prst="rect">
                <a:avLst/>
              </a:prstGeom>
              <a:blipFill>
                <a:blip r:embed="rId11"/>
                <a:stretch>
                  <a:fillRect l="-25000" r="-2500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Coordinate Systems | ManufacturingET.org">
            <a:extLst>
              <a:ext uri="{FF2B5EF4-FFF2-40B4-BE49-F238E27FC236}">
                <a16:creationId xmlns:a16="http://schemas.microsoft.com/office/drawing/2014/main" id="{AEBE0CB5-5D30-6240-A4FC-E958C01F5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4872" y="3848118"/>
            <a:ext cx="2413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664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8</cp:revision>
  <dcterms:created xsi:type="dcterms:W3CDTF">2020-06-13T17:36:42Z</dcterms:created>
  <dcterms:modified xsi:type="dcterms:W3CDTF">2020-11-26T20:32:53Z</dcterms:modified>
</cp:coreProperties>
</file>