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4DC6-605F-EF47-8C9D-8077CF84E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E2B8C-71D3-4E44-8615-225C26509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FBA0-ADF9-6647-98A2-791D2B0F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6BD6-F555-2047-88E1-8F994851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9FC1-0E1A-7D40-9C93-3A4D3C30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7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043C-901E-4F48-BE96-174DA1B9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4322-0C22-F64C-A9AE-AC62ECE2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719B-258B-5E4C-8F1F-60E4B76A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563D9-A3F3-ED40-8D37-3DD2A51A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E7D0-9234-9043-AC70-A456C6F9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65F5-BAE7-8B46-A50E-3132D770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AD563-B59B-8845-8955-85798A4E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A72B2-B9B6-2E4F-805C-950E787F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6E72-9E6D-B144-AA7F-10930E4C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EEDB-9807-A540-A6BE-30011086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77C7-0722-9C40-A796-5EB68F6D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2D0B1-B24F-D14B-A27C-C1BF4ACAA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450D7-8244-7B45-AF7D-9EBFE8C98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36F8B-29A6-DB47-AC91-274F3A0F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718D0-DE1A-1346-87E3-A452F756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C5815-19A5-F34B-B951-0863E08E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2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FF1D-ED05-AF46-BEED-838A38056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C4A82-D4F2-D345-9418-653C60F5D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79CA-C8E1-B945-B6E3-DBAC6EB05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D477A-DFDE-6F44-9146-F37428B04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D708F-C177-CD42-8E15-C2F50BAE8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F560A-4E6C-5D47-A12B-8A3A9DEE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46ED4-9AFD-AC41-BDBF-AAA186AF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A7D59-6E80-EC46-8774-A4F20C0F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B017-1023-7F42-B260-191078EB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7F8DB-E277-AE45-B983-F031A0EA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54370-FE5A-AF47-9E8F-371827C2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08122-9C27-EC4E-82F0-7BEC9260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5D36E-A185-CC4E-8FFA-17C65054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BF1CB-9AE0-3340-8DFE-5C878249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A12F-09BB-B54D-A198-C3690D35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2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067C-B76B-6B4B-8750-1F82CBF4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DBE8-B6E6-F443-8A90-70523FAFD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BDF5F-7F20-E440-B2CD-9844025DE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536E1-FE14-D140-94C6-2A1F9C83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56D4-25B5-0C48-B917-C0D23D20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49FD-FCDD-5E4B-9906-059D4535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9881-9813-FD40-A1AD-D5C4F92C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704BC-EEDD-F743-AA9D-D85E73D42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900D8-1719-404C-863C-C469ED9B6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1A9C3-ABE2-F144-B8F2-6EAB28CE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AD2D-2885-C341-A2F6-85F64B87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1358C-CE25-FE4B-B852-30B4326D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1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10BB-BCF7-8345-9CE5-9242D831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328C9-1ABD-B64B-8FF7-8B0BE0BD7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C6F9-2A41-2242-9CCB-5B8E4158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BE488-4D0E-E74E-A9A3-75F0E45E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7CC8C-8496-C74B-A9C9-3C8B51AE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6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09A82-D73A-2D4F-B22F-39F7CF180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7752C-21DB-1D43-AF16-3DACCF8BF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EC418-EA6D-6F4A-AFD5-A2BB5A65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1ECCC-B8F0-0842-9CCC-CF880F97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4459-B3E6-464E-8B0A-5C2C1865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1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A2A8C-7D4D-1C40-BAEA-C0E95929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50B7-AE96-554E-8F01-16206C09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A055-C47D-0240-98E3-FCF1F3520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20CA-DC66-DB48-B463-8C10A1A47E5C}" type="datetimeFigureOut">
              <a:rPr lang="en-US" smtClean="0"/>
              <a:t>11/8/20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6009-6D45-6244-8A7C-217F12855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09DD8-4F46-F04A-B73B-83BBE76E1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6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RANKA EMIKA Panda">
            <a:extLst>
              <a:ext uri="{FF2B5EF4-FFF2-40B4-BE49-F238E27FC236}">
                <a16:creationId xmlns:a16="http://schemas.microsoft.com/office/drawing/2014/main" id="{B6B11903-7E54-074A-8238-88181C257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0" b="16727"/>
          <a:stretch/>
        </p:blipFill>
        <p:spPr bwMode="auto">
          <a:xfrm flipH="1">
            <a:off x="111201" y="506629"/>
            <a:ext cx="8170252" cy="580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60C64A-E7E2-B645-9341-84A1241E14B9}"/>
                  </a:ext>
                </a:extLst>
              </p:cNvPr>
              <p:cNvSpPr txBox="1"/>
              <p:nvPr/>
            </p:nvSpPr>
            <p:spPr>
              <a:xfrm>
                <a:off x="7073866" y="273062"/>
                <a:ext cx="1359796" cy="515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̇"/>
                          <m:ctrlP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60C64A-E7E2-B645-9341-84A1241E1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866" y="273062"/>
                <a:ext cx="1359796" cy="515398"/>
              </a:xfrm>
              <a:prstGeom prst="rect">
                <a:avLst/>
              </a:prstGeom>
              <a:blipFill>
                <a:blip r:embed="rId3"/>
                <a:stretch>
                  <a:fillRect l="-2778" t="-17073" r="-6481" b="-36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BEF87A8-361A-FA4C-944B-723CEDCDFE56}"/>
                  </a:ext>
                </a:extLst>
              </p:cNvPr>
              <p:cNvSpPr txBox="1"/>
              <p:nvPr/>
            </p:nvSpPr>
            <p:spPr>
              <a:xfrm>
                <a:off x="7073866" y="89625"/>
                <a:ext cx="4702634" cy="24193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⋯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GB" sz="2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2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GB" sz="2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2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GB" sz="2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24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BEF87A8-361A-FA4C-944B-723CEDCDF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866" y="89625"/>
                <a:ext cx="4702634" cy="2419380"/>
              </a:xfrm>
              <a:prstGeom prst="rect">
                <a:avLst/>
              </a:prstGeom>
              <a:blipFill>
                <a:blip r:embed="rId4"/>
                <a:stretch>
                  <a:fillRect l="-269" t="-2094"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75B387-3209-9943-B62D-27C1A323E42A}"/>
                  </a:ext>
                </a:extLst>
              </p:cNvPr>
              <p:cNvSpPr txBox="1"/>
              <p:nvPr/>
            </p:nvSpPr>
            <p:spPr>
              <a:xfrm>
                <a:off x="5701396" y="5413392"/>
                <a:ext cx="3278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75B387-3209-9943-B62D-27C1A323E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96" y="5413392"/>
                <a:ext cx="327847" cy="492443"/>
              </a:xfrm>
              <a:prstGeom prst="rect">
                <a:avLst/>
              </a:prstGeom>
              <a:blipFill>
                <a:blip r:embed="rId5"/>
                <a:stretch>
                  <a:fillRect l="-14815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02726F6-5FDD-5F42-8B07-D614153F5F47}"/>
              </a:ext>
            </a:extLst>
          </p:cNvPr>
          <p:cNvCxnSpPr>
            <a:cxnSpLocks/>
          </p:cNvCxnSpPr>
          <p:nvPr/>
        </p:nvCxnSpPr>
        <p:spPr>
          <a:xfrm flipH="1">
            <a:off x="6001296" y="4264621"/>
            <a:ext cx="873171" cy="1297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028C1B-F1C3-224B-AFBB-3F53462D850D}"/>
              </a:ext>
            </a:extLst>
          </p:cNvPr>
          <p:cNvCxnSpPr>
            <a:cxnSpLocks/>
          </p:cNvCxnSpPr>
          <p:nvPr/>
        </p:nvCxnSpPr>
        <p:spPr>
          <a:xfrm>
            <a:off x="6918906" y="4264621"/>
            <a:ext cx="346857" cy="8510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9FB6D1-9F27-834C-BBC9-DC848EF29015}"/>
                  </a:ext>
                </a:extLst>
              </p:cNvPr>
              <p:cNvSpPr txBox="1"/>
              <p:nvPr/>
            </p:nvSpPr>
            <p:spPr>
              <a:xfrm>
                <a:off x="7300899" y="4782836"/>
                <a:ext cx="668516" cy="386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9FB6D1-9F27-834C-BBC9-DC848EF29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99" y="4782836"/>
                <a:ext cx="668516" cy="386452"/>
              </a:xfrm>
              <a:prstGeom prst="rect">
                <a:avLst/>
              </a:prstGeom>
              <a:blipFill>
                <a:blip r:embed="rId6"/>
                <a:stretch>
                  <a:fillRect l="-16981" t="-12500" r="-377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558B8A-935F-A44F-B7FB-8C6BEABA0CFF}"/>
              </a:ext>
            </a:extLst>
          </p:cNvPr>
          <p:cNvCxnSpPr>
            <a:cxnSpLocks/>
          </p:cNvCxnSpPr>
          <p:nvPr/>
        </p:nvCxnSpPr>
        <p:spPr>
          <a:xfrm flipH="1">
            <a:off x="6269645" y="4215818"/>
            <a:ext cx="548800" cy="488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892F6CF-1CC7-D142-84B7-7C6B269B6E2A}"/>
                  </a:ext>
                </a:extLst>
              </p:cNvPr>
              <p:cNvSpPr txBox="1"/>
              <p:nvPr/>
            </p:nvSpPr>
            <p:spPr>
              <a:xfrm>
                <a:off x="5762297" y="3785865"/>
                <a:ext cx="682751" cy="386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892F6CF-1CC7-D142-84B7-7C6B269B6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297" y="3785865"/>
                <a:ext cx="682751" cy="386452"/>
              </a:xfrm>
              <a:prstGeom prst="rect">
                <a:avLst/>
              </a:prstGeom>
              <a:blipFill>
                <a:blip r:embed="rId7"/>
                <a:stretch>
                  <a:fillRect l="-14545" t="-16129" r="-3636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6822DF-15AF-5D41-8E56-365692FB2A6A}"/>
                  </a:ext>
                </a:extLst>
              </p:cNvPr>
              <p:cNvSpPr txBox="1"/>
              <p:nvPr/>
            </p:nvSpPr>
            <p:spPr>
              <a:xfrm>
                <a:off x="7526910" y="3340685"/>
                <a:ext cx="682751" cy="386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6822DF-15AF-5D41-8E56-365692FB2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910" y="3340685"/>
                <a:ext cx="682751" cy="386452"/>
              </a:xfrm>
              <a:prstGeom prst="rect">
                <a:avLst/>
              </a:prstGeom>
              <a:blipFill>
                <a:blip r:embed="rId8"/>
                <a:stretch>
                  <a:fillRect l="-14545" t="-16129" r="-1818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03A98A-0260-4643-B54A-674A059CF616}"/>
              </a:ext>
            </a:extLst>
          </p:cNvPr>
          <p:cNvCxnSpPr>
            <a:cxnSpLocks/>
          </p:cNvCxnSpPr>
          <p:nvPr/>
        </p:nvCxnSpPr>
        <p:spPr>
          <a:xfrm flipH="1">
            <a:off x="5053686" y="4240220"/>
            <a:ext cx="1800453" cy="10852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487F31-44F0-954D-BB2C-ABD327F97B01}"/>
                  </a:ext>
                </a:extLst>
              </p:cNvPr>
              <p:cNvSpPr txBox="1"/>
              <p:nvPr/>
            </p:nvSpPr>
            <p:spPr>
              <a:xfrm>
                <a:off x="4005362" y="5189299"/>
                <a:ext cx="1309205" cy="386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487F31-44F0-954D-BB2C-ABD327F97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362" y="5189299"/>
                <a:ext cx="1309205" cy="386452"/>
              </a:xfrm>
              <a:prstGeom prst="rect">
                <a:avLst/>
              </a:prstGeom>
              <a:blipFill>
                <a:blip r:embed="rId9"/>
                <a:stretch>
                  <a:fillRect l="-7692" t="-12500" r="-192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05C2295-5F5B-3947-9B76-7AAD56F99D30}"/>
              </a:ext>
            </a:extLst>
          </p:cNvPr>
          <p:cNvCxnSpPr>
            <a:cxnSpLocks/>
          </p:cNvCxnSpPr>
          <p:nvPr/>
        </p:nvCxnSpPr>
        <p:spPr>
          <a:xfrm flipH="1">
            <a:off x="6666878" y="4240219"/>
            <a:ext cx="231700" cy="960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58852B-3B4D-5F47-8A77-6F486E0CE0D5}"/>
                  </a:ext>
                </a:extLst>
              </p:cNvPr>
              <p:cNvSpPr txBox="1"/>
              <p:nvPr/>
            </p:nvSpPr>
            <p:spPr>
              <a:xfrm>
                <a:off x="6422379" y="5092486"/>
                <a:ext cx="715324" cy="386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58852B-3B4D-5F47-8A77-6F486E0CE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379" y="5092486"/>
                <a:ext cx="715324" cy="386452"/>
              </a:xfrm>
              <a:prstGeom prst="rect">
                <a:avLst/>
              </a:prstGeom>
              <a:blipFill>
                <a:blip r:embed="rId10"/>
                <a:stretch>
                  <a:fillRect l="-13793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A4A507A-7407-F343-B772-3D924F34FE05}"/>
              </a:ext>
            </a:extLst>
          </p:cNvPr>
          <p:cNvCxnSpPr>
            <a:cxnSpLocks/>
          </p:cNvCxnSpPr>
          <p:nvPr/>
        </p:nvCxnSpPr>
        <p:spPr>
          <a:xfrm>
            <a:off x="10085371" y="5161936"/>
            <a:ext cx="346857" cy="8510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AC64D5-C0C9-4F4E-8C35-88E5BBB2CD2C}"/>
              </a:ext>
            </a:extLst>
          </p:cNvPr>
          <p:cNvCxnSpPr>
            <a:cxnSpLocks/>
          </p:cNvCxnSpPr>
          <p:nvPr/>
        </p:nvCxnSpPr>
        <p:spPr>
          <a:xfrm flipH="1">
            <a:off x="9898626" y="6021034"/>
            <a:ext cx="548800" cy="488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0A21D7D-5AF9-4B46-B77C-B092F7CB1767}"/>
              </a:ext>
            </a:extLst>
          </p:cNvPr>
          <p:cNvCxnSpPr>
            <a:cxnSpLocks/>
          </p:cNvCxnSpPr>
          <p:nvPr/>
        </p:nvCxnSpPr>
        <p:spPr>
          <a:xfrm flipV="1">
            <a:off x="9960955" y="5369300"/>
            <a:ext cx="634338" cy="663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4C7862-7589-6941-8A29-41D86E3AA009}"/>
              </a:ext>
            </a:extLst>
          </p:cNvPr>
          <p:cNvCxnSpPr>
            <a:cxnSpLocks/>
          </p:cNvCxnSpPr>
          <p:nvPr/>
        </p:nvCxnSpPr>
        <p:spPr>
          <a:xfrm flipH="1">
            <a:off x="9425183" y="4377693"/>
            <a:ext cx="1800453" cy="10852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8EE3304-9ED6-394F-B689-BFF14566E1EC}"/>
              </a:ext>
            </a:extLst>
          </p:cNvPr>
          <p:cNvCxnSpPr>
            <a:cxnSpLocks/>
          </p:cNvCxnSpPr>
          <p:nvPr/>
        </p:nvCxnSpPr>
        <p:spPr>
          <a:xfrm flipV="1">
            <a:off x="6846318" y="3577137"/>
            <a:ext cx="634338" cy="663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3FE1168-329D-2C4B-817F-4723AE267286}"/>
              </a:ext>
            </a:extLst>
          </p:cNvPr>
          <p:cNvCxnSpPr>
            <a:cxnSpLocks/>
          </p:cNvCxnSpPr>
          <p:nvPr/>
        </p:nvCxnSpPr>
        <p:spPr>
          <a:xfrm flipH="1">
            <a:off x="9232943" y="5453488"/>
            <a:ext cx="231700" cy="960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18BDD8B-136F-D24E-838B-30E41CF0921D}"/>
              </a:ext>
            </a:extLst>
          </p:cNvPr>
          <p:cNvCxnSpPr>
            <a:cxnSpLocks/>
          </p:cNvCxnSpPr>
          <p:nvPr/>
        </p:nvCxnSpPr>
        <p:spPr>
          <a:xfrm flipH="1">
            <a:off x="9233332" y="5200943"/>
            <a:ext cx="873171" cy="1297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101F805-8780-C542-9B77-1BEBF16D00D4}"/>
              </a:ext>
            </a:extLst>
          </p:cNvPr>
          <p:cNvCxnSpPr>
            <a:cxnSpLocks/>
          </p:cNvCxnSpPr>
          <p:nvPr/>
        </p:nvCxnSpPr>
        <p:spPr>
          <a:xfrm flipV="1">
            <a:off x="10568204" y="4860949"/>
            <a:ext cx="965530" cy="53416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39E2AD7-5779-B14A-B205-5FAC241EFB9E}"/>
              </a:ext>
            </a:extLst>
          </p:cNvPr>
          <p:cNvCxnSpPr>
            <a:cxnSpLocks/>
          </p:cNvCxnSpPr>
          <p:nvPr/>
        </p:nvCxnSpPr>
        <p:spPr>
          <a:xfrm flipV="1">
            <a:off x="11511859" y="3552500"/>
            <a:ext cx="427375" cy="1308449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AA81ACF-FB52-E24D-A475-228FAEA8A218}"/>
              </a:ext>
            </a:extLst>
          </p:cNvPr>
          <p:cNvCxnSpPr>
            <a:cxnSpLocks/>
          </p:cNvCxnSpPr>
          <p:nvPr/>
        </p:nvCxnSpPr>
        <p:spPr>
          <a:xfrm flipH="1" flipV="1">
            <a:off x="10953512" y="3296827"/>
            <a:ext cx="960369" cy="290397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3E12B08-EBEF-6545-8166-097A13B2D79F}"/>
              </a:ext>
            </a:extLst>
          </p:cNvPr>
          <p:cNvCxnSpPr>
            <a:cxnSpLocks/>
          </p:cNvCxnSpPr>
          <p:nvPr/>
        </p:nvCxnSpPr>
        <p:spPr>
          <a:xfrm>
            <a:off x="10978406" y="3291036"/>
            <a:ext cx="247230" cy="1072489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589B8C3-9A8F-384B-807E-8C04C46A1CD8}"/>
                  </a:ext>
                </a:extLst>
              </p:cNvPr>
              <p:cNvSpPr txBox="1"/>
              <p:nvPr/>
            </p:nvSpPr>
            <p:spPr>
              <a:xfrm>
                <a:off x="9386841" y="6029831"/>
                <a:ext cx="3278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589B8C3-9A8F-384B-807E-8C04C46A1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841" y="6029831"/>
                <a:ext cx="327847" cy="492443"/>
              </a:xfrm>
              <a:prstGeom prst="rect">
                <a:avLst/>
              </a:prstGeom>
              <a:blipFill>
                <a:blip r:embed="rId11"/>
                <a:stretch>
                  <a:fillRect l="-18519"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B959B12-3A2A-294C-9A25-A20197469C2B}"/>
                  </a:ext>
                </a:extLst>
              </p:cNvPr>
              <p:cNvSpPr txBox="1"/>
              <p:nvPr/>
            </p:nvSpPr>
            <p:spPr>
              <a:xfrm>
                <a:off x="10447426" y="5718598"/>
                <a:ext cx="390492" cy="225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B959B12-3A2A-294C-9A25-A20197469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426" y="5718598"/>
                <a:ext cx="390492" cy="225511"/>
              </a:xfrm>
              <a:prstGeom prst="rect">
                <a:avLst/>
              </a:prstGeom>
              <a:blipFill>
                <a:blip r:embed="rId12"/>
                <a:stretch>
                  <a:fillRect l="-15625" t="-26316" r="-3125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730F9F-902F-BE4D-AD88-BB3E59CC193E}"/>
                  </a:ext>
                </a:extLst>
              </p:cNvPr>
              <p:cNvSpPr txBox="1"/>
              <p:nvPr/>
            </p:nvSpPr>
            <p:spPr>
              <a:xfrm>
                <a:off x="9866819" y="6081750"/>
                <a:ext cx="398827" cy="225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730F9F-902F-BE4D-AD88-BB3E59CC1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819" y="6081750"/>
                <a:ext cx="398827" cy="225511"/>
              </a:xfrm>
              <a:prstGeom prst="rect">
                <a:avLst/>
              </a:prstGeom>
              <a:blipFill>
                <a:blip r:embed="rId13"/>
                <a:stretch>
                  <a:fillRect l="-15625" t="-27778" r="-3125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2DAC277-2DFF-D944-BBF9-FE02B721CD31}"/>
                  </a:ext>
                </a:extLst>
              </p:cNvPr>
              <p:cNvSpPr txBox="1"/>
              <p:nvPr/>
            </p:nvSpPr>
            <p:spPr>
              <a:xfrm>
                <a:off x="10513884" y="5434103"/>
                <a:ext cx="398827" cy="225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2DAC277-2DFF-D944-BBF9-FE02B721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884" y="5434103"/>
                <a:ext cx="398827" cy="225511"/>
              </a:xfrm>
              <a:prstGeom prst="rect">
                <a:avLst/>
              </a:prstGeom>
              <a:blipFill>
                <a:blip r:embed="rId14"/>
                <a:stretch>
                  <a:fillRect l="-15625" t="-21053" r="-312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F61959-55A8-E648-9322-3FBE3F4D148E}"/>
                  </a:ext>
                </a:extLst>
              </p:cNvPr>
              <p:cNvSpPr txBox="1"/>
              <p:nvPr/>
            </p:nvSpPr>
            <p:spPr>
              <a:xfrm>
                <a:off x="9081943" y="4945270"/>
                <a:ext cx="762388" cy="225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F61959-55A8-E648-9322-3FBE3F4D1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943" y="4945270"/>
                <a:ext cx="762388" cy="225511"/>
              </a:xfrm>
              <a:prstGeom prst="rect">
                <a:avLst/>
              </a:prstGeom>
              <a:blipFill>
                <a:blip r:embed="rId15"/>
                <a:stretch>
                  <a:fillRect l="-8197" t="-21053" r="-1639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CBB200B-03FF-9F42-BC1D-BCE105900FB2}"/>
                  </a:ext>
                </a:extLst>
              </p:cNvPr>
              <p:cNvSpPr txBox="1"/>
              <p:nvPr/>
            </p:nvSpPr>
            <p:spPr>
              <a:xfrm>
                <a:off x="8912147" y="5783432"/>
                <a:ext cx="418320" cy="225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GB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CBB200B-03FF-9F42-BC1D-BCE105900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147" y="5783432"/>
                <a:ext cx="418320" cy="225511"/>
              </a:xfrm>
              <a:prstGeom prst="rect">
                <a:avLst/>
              </a:prstGeom>
              <a:blipFill>
                <a:blip r:embed="rId16"/>
                <a:stretch>
                  <a:fillRect l="-14706" t="-21053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66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30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11</cp:revision>
  <dcterms:created xsi:type="dcterms:W3CDTF">2020-06-13T17:36:42Z</dcterms:created>
  <dcterms:modified xsi:type="dcterms:W3CDTF">2020-11-08T10:48:35Z</dcterms:modified>
</cp:coreProperties>
</file>