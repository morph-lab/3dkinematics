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6F79-2F92-B04D-98CA-4C74A926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33C81-715D-D84A-A4AF-3BDEB2FD3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34068-E657-374D-A8C0-39D67527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6A9CC-439B-3040-B6A6-5A26BD5D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4C86-4B33-F343-972E-6DE94B3E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03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36E7-4912-B642-B147-D7DF3ABF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A7CB9-5E72-E344-AF00-8E639DFF9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3AEC-E23E-7445-8943-AF3A9F9B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C5B4E-DF5B-474A-9FDB-1337D3ED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9664-AB19-F44B-BCAF-2EF5A408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9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DD52-51A9-E24C-A6F5-6B17CE55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3B8B-B96D-4B48-B2F1-D474E36C5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C19-D3AD-8B4A-AD47-0E7BE4FB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FE1F-5594-3547-969C-216DF53A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E89BC-CC1C-E94B-8305-819028EE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2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D076-E4EB-334A-AB73-6ABAAC95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FF802-9D42-BC4F-ACBF-6738F45B2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267D9-AE3C-7049-A43D-6EDD2F6E7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E96F3-F365-6E4B-A172-2917E5AF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E1DDD-644D-524C-92F8-9221BDC21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21F46-B62A-924E-98CA-A95F0CF9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0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68C4-DFBF-FF4C-B441-AAD10963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CAEF-1DCB-2841-8761-07B007213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867F7-A261-B445-B265-29ED310B0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30AF6-771D-4F4B-81B0-646FD9902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C7B2B-C728-C342-9812-2C4B0EFDC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1D9C9-7296-9F4E-88A8-B2F508E3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99897-32DD-1743-9ABC-16BD10B9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4F281-51E7-B041-A3C1-AFABC4F4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0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11B7-A7AC-C94E-9D26-3D0B92BA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9F1DD-1478-E84D-945A-C974087B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FBE47-141F-8544-B71B-2F13ED22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2F883-A3B7-4249-8472-D9300325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9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BAB94-EF9A-014D-9EA3-5B6CF6F6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27C9E-1AC7-F940-9C96-FA1A3140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B01CE-CAC1-E345-8DA7-1C9479BD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2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F071-44BC-D24E-8404-75F6FD96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179D-AB25-FA40-953C-26F0904F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A1038-1A2F-2C4B-9F8C-E560636E6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DE34C-BDE3-DD48-A1BA-AE24BA73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0B498-1DC7-D74F-AF1F-139ECF4E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99B46-F23C-7242-8BF0-2C65958F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6819-CF53-B148-8B93-E3C7D53E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D4E0B-6D32-5E44-9776-0E3425A3D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DF3E5-B674-2547-8CAB-86231BD2B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4687-C483-8742-B5F8-E431FD92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8E332-2AC7-0747-A47A-D1541611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60E60-CD2E-D64F-BC5D-8EDEE1A9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0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859A-75E0-9749-A9B8-29566CBF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CB29-D109-674C-ACEA-8FD475D0F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C919A-B517-EA49-A60C-30ED4891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ACB5D-0D6C-EB43-A596-A9B74DF9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5D2EF-CFA2-8246-AE5E-D3ED6C19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F4A69-D072-D745-B055-EAB32EADB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EAAA3-6AFD-7248-8515-D2F621BD9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A33B2-1DD3-2A4A-BF6B-7C55B374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C631E-2E4B-6C40-97D2-3AA3E681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1F892-9C21-4344-ACFE-34A84CCF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8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FA07B-FE54-4B42-92AA-B87527FB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ECC24-6F2B-0148-92A2-F4651F1D1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738B-B88A-D746-BEFA-3A09636B2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7B8ED-FF3C-7049-AF4B-82C2735E9F83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B4A11-0AD9-574E-A5B5-C46A6B45A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C911C-1DE0-034D-B68D-8C3E97848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0011F-61D7-604D-9CCB-8348B04B3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4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 6">
            <a:extLst>
              <a:ext uri="{FF2B5EF4-FFF2-40B4-BE49-F238E27FC236}">
                <a16:creationId xmlns:a16="http://schemas.microsoft.com/office/drawing/2014/main" id="{64642C55-391C-8440-AFDC-F4C8DC188E93}"/>
              </a:ext>
            </a:extLst>
          </p:cNvPr>
          <p:cNvSpPr/>
          <p:nvPr/>
        </p:nvSpPr>
        <p:spPr>
          <a:xfrm rot="11561049">
            <a:off x="4641957" y="2046902"/>
            <a:ext cx="1834224" cy="2208276"/>
          </a:xfrm>
          <a:prstGeom prst="arc">
            <a:avLst>
              <a:gd name="adj1" fmla="val 19081993"/>
              <a:gd name="adj2" fmla="val 4693500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90FA8D-7D92-C44C-AB80-9585CDB32ECE}"/>
                  </a:ext>
                </a:extLst>
              </p:cNvPr>
              <p:cNvSpPr txBox="1"/>
              <p:nvPr/>
            </p:nvSpPr>
            <p:spPr>
              <a:xfrm>
                <a:off x="5599981" y="1729802"/>
                <a:ext cx="32566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90FA8D-7D92-C44C-AB80-9585CDB32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981" y="1729802"/>
                <a:ext cx="325667" cy="677108"/>
              </a:xfrm>
              <a:prstGeom prst="rect">
                <a:avLst/>
              </a:prstGeom>
              <a:blipFill>
                <a:blip r:embed="rId2"/>
                <a:stretch>
                  <a:fillRect l="-40000" r="-3200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70E320-2E2F-FF43-99AD-C8059430D084}"/>
                  </a:ext>
                </a:extLst>
              </p:cNvPr>
              <p:cNvSpPr txBox="1"/>
              <p:nvPr/>
            </p:nvSpPr>
            <p:spPr>
              <a:xfrm>
                <a:off x="6739224" y="3419652"/>
                <a:ext cx="34144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70E320-2E2F-FF43-99AD-C8059430D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24" y="3419652"/>
                <a:ext cx="341440" cy="677108"/>
              </a:xfrm>
              <a:prstGeom prst="rect">
                <a:avLst/>
              </a:prstGeom>
              <a:blipFill>
                <a:blip r:embed="rId3"/>
                <a:stretch>
                  <a:fillRect l="-51852" r="-51852" b="-3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A8E45B-0FC2-AE48-85FD-7E8652FE1247}"/>
                  </a:ext>
                </a:extLst>
              </p:cNvPr>
              <p:cNvSpPr txBox="1"/>
              <p:nvPr/>
            </p:nvSpPr>
            <p:spPr>
              <a:xfrm>
                <a:off x="4574691" y="3559120"/>
                <a:ext cx="455766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A8E45B-0FC2-AE48-85FD-7E8652FE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691" y="3559120"/>
                <a:ext cx="455766" cy="677108"/>
              </a:xfrm>
              <a:prstGeom prst="rect">
                <a:avLst/>
              </a:prstGeom>
              <a:blipFill>
                <a:blip r:embed="rId4"/>
                <a:stretch>
                  <a:fillRect l="-30556" r="-25000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c 10">
            <a:extLst>
              <a:ext uri="{FF2B5EF4-FFF2-40B4-BE49-F238E27FC236}">
                <a16:creationId xmlns:a16="http://schemas.microsoft.com/office/drawing/2014/main" id="{A63AB032-F3F7-E247-8B53-B637D1A4BBA3}"/>
              </a:ext>
            </a:extLst>
          </p:cNvPr>
          <p:cNvSpPr/>
          <p:nvPr/>
        </p:nvSpPr>
        <p:spPr>
          <a:xfrm rot="19156515">
            <a:off x="5048538" y="1951455"/>
            <a:ext cx="1834224" cy="2208276"/>
          </a:xfrm>
          <a:prstGeom prst="arc">
            <a:avLst>
              <a:gd name="adj1" fmla="val 18471596"/>
              <a:gd name="adj2" fmla="val 4089620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839D382-3F71-1840-B484-821B7A826463}"/>
              </a:ext>
            </a:extLst>
          </p:cNvPr>
          <p:cNvSpPr/>
          <p:nvPr/>
        </p:nvSpPr>
        <p:spPr>
          <a:xfrm rot="4398696">
            <a:off x="4954131" y="2420262"/>
            <a:ext cx="1834224" cy="2208276"/>
          </a:xfrm>
          <a:prstGeom prst="arc">
            <a:avLst>
              <a:gd name="adj1" fmla="val 18924349"/>
              <a:gd name="adj2" fmla="val 4468180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0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</cp:revision>
  <dcterms:created xsi:type="dcterms:W3CDTF">2020-08-25T08:41:43Z</dcterms:created>
  <dcterms:modified xsi:type="dcterms:W3CDTF">2020-08-25T08:50:06Z</dcterms:modified>
</cp:coreProperties>
</file>