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5813-ACD2-134C-9E2F-5C000003C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CA631-1122-BD4F-B0F8-4B318CCE8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18344-A475-5843-BC56-7626CF71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4DFFF-10CE-5E43-9CCD-E0ACD571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CD757-6F35-334C-832F-ED910DC2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7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AD7F-0A9B-C34F-BDF8-28821E2F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0265-36A4-F042-A496-462851DCB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2A995-FAA6-5B4E-AD48-97ADDD7A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01165-9C25-F44D-840A-FBEEBC11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A1493-7B54-1146-936C-F8C13838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9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D2D2-EFEB-8649-A1D4-782291EB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F97FC-D17C-CA4B-89F0-674C171DD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2E85D-2E87-8346-8E52-1062D7BF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6F236-7FCE-1740-8D3E-BBCA56C7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4F9C0-6F51-8944-BFFA-C2192857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9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F3BB-3A33-684F-B3B9-C1FB3A96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9797D-9598-5D4F-8290-F11DF38EB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47BE9-96B9-AE48-9AC0-3D041CBFF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D63F3-5837-2842-8A92-D91AEFF4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9C3B4-C726-CA40-8954-AFC543C3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23442-1331-1B4F-AC70-5791E8B3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8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6863-02AD-CA4A-8E71-CA8C56A5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7455A-D482-044A-A05B-01C4DDF23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6F40A-0D14-C849-B914-FD6BB6F1F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6918F-BF86-0649-AFE5-68B0F453F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C9CAD-5878-7C4A-A643-A103D1D1A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944B1-D11A-6A42-9E06-44C24B73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02073-F34B-334C-B7F9-640BF44B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A6090-0CB6-F842-ADB8-FE9B05F2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4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FB77-EE03-4B45-BD19-0E1EB6DF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61759-36DD-AA48-84D0-447D227F5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FBEA7-20DF-DF4A-B83C-97BC8A91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F8786-8AB6-F44C-B95B-445E3FF1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2B885-F19A-D447-BCB1-37A31120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B21D3-AAF7-704F-B3ED-FF2BACE5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28AE8-890F-9C4D-BF6D-682C46BF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3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3622-BD15-1544-8B11-C36E8685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24AD-CCFE-2F45-8A6D-F13E0291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C8BB7-BAE7-BC43-B947-C60421DC9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FC33D-8488-884D-95EC-F8E6D3E9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35FC7-DCA7-5F46-BD0A-1047E91E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7DA5F-CC1C-3444-94DE-DA890902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1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8F47-D7D6-9249-9BDC-780A93DB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CD8CE-060B-C24D-A8B3-0E7783BF4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F8FDF-C3DB-5949-BE75-52EE9FC4B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2B9CC-4C2C-C64D-89F7-1E24C61D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B6C15-A373-BC41-9213-2EC1D2F2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5513F-3610-6240-9080-A16367E4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3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D80C-C357-6145-A288-91B2B7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6AC8F-0E01-E04B-B1C1-338B5EF0D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2CD32-FAFE-804D-913D-7B6DE241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6A83-6A6A-9E43-A9B6-51941925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86FFA-A1FD-F243-B900-8FAFB178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21B0E-FA65-1A41-B9DC-158C41A07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A2928-4D2A-5345-AE48-2307E1609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7A5F-BA2B-834E-9028-1D8A5E66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CB6BC-7F96-E54F-9C81-8E3715FA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1B78-CDF0-6341-8C3C-318942A6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4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5620B1-8D50-D746-84ED-86538E26B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2486C-AD06-4B4D-B82B-4DF1C1302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FDFD-D3F6-474F-B08C-18B7FA882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55A3C-7F9C-824B-95B7-5C629FCFDDE6}" type="datetimeFigureOut">
              <a:rPr lang="en-US" smtClean="0"/>
              <a:t>11/29/20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62BA-BC7A-C746-94F9-0F764B0A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2D28-02A1-5F49-BA1D-5A5B01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ACE11-7755-D84A-9BB8-47057379A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63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rover">
            <a:extLst>
              <a:ext uri="{FF2B5EF4-FFF2-40B4-BE49-F238E27FC236}">
                <a16:creationId xmlns:a16="http://schemas.microsoft.com/office/drawing/2014/main" id="{CBE14952-5D6B-634C-88BB-05C35DBE4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641" y="175054"/>
            <a:ext cx="4209021" cy="3156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2_on_1_kick_away_crop">
            <a:extLst>
              <a:ext uri="{FF2B5EF4-FFF2-40B4-BE49-F238E27FC236}">
                <a16:creationId xmlns:a16="http://schemas.microsoft.com/office/drawing/2014/main" id="{DD399BDE-575D-634C-AEE4-00BC95F19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02" y="3568657"/>
            <a:ext cx="4931509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introd1">
            <a:extLst>
              <a:ext uri="{FF2B5EF4-FFF2-40B4-BE49-F238E27FC236}">
                <a16:creationId xmlns:a16="http://schemas.microsoft.com/office/drawing/2014/main" id="{0C921882-649D-0443-9DB0-206A18B9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092" y="3535320"/>
            <a:ext cx="2533650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6A78956-CB4D-854D-BB7A-79532D0CAADB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705" y="175054"/>
            <a:ext cx="2533649" cy="376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08EC4B8-2C21-0749-B8A4-B82C95A6FC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30046" y="4125165"/>
            <a:ext cx="2688801" cy="244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Stack1Rev.wmv">
            <a:hlinkClick r:id="" action="ppaction://media"/>
            <a:extLst>
              <a:ext uri="{FF2B5EF4-FFF2-40B4-BE49-F238E27FC236}">
                <a16:creationId xmlns:a16="http://schemas.microsoft.com/office/drawing/2014/main" id="{51987309-EA35-4B48-8C15-940E088718E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31" b="21185"/>
          <a:stretch/>
        </p:blipFill>
        <p:spPr bwMode="auto">
          <a:xfrm>
            <a:off x="770102" y="175054"/>
            <a:ext cx="3649496" cy="331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762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</cp:revision>
  <dcterms:created xsi:type="dcterms:W3CDTF">2020-11-29T10:33:40Z</dcterms:created>
  <dcterms:modified xsi:type="dcterms:W3CDTF">2020-11-29T10:35:18Z</dcterms:modified>
</cp:coreProperties>
</file>