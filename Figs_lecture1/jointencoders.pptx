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515B-7C1B-B248-84DE-3B2D8646A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CF17F-5DB7-6549-90D8-4637DC587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94E6-B9AF-EB47-AE17-DFE5001D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0E30E-C42B-EF43-83FB-33470192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382B6-2155-CA48-95D6-4A9D8AA6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4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D2D2-454D-0244-B636-F6FEF650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3C4F-A7F2-B540-8F7D-3C1694F7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1F51-8662-A94B-A0B9-2676159E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BFBB-98AF-0145-A10E-9E458865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FCD9E-9D4E-2F4F-87D9-5ABDC8A8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8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13FE-6B00-DB4B-A113-060D14B03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F2A59-6B66-024A-8D3C-9AFA7D743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1139F-FC34-6946-9A15-EE88BFA6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3662E-46BA-3549-A79E-B6023A75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7003-5A9C-DA4D-B950-34C31C85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E67E-6DA5-604E-A628-B00CA126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34BD-D13E-C348-8F71-A8A9D25A5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78336-FAAE-3548-BC2B-CB0011AD5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71897-9808-5F49-9975-F72F0C69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01369-6ED5-4148-95ED-4FDE45EF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C4274-03A4-7E4C-9EE7-C24F8FA4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2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B22B-4FFE-0446-AC5A-3B3E1127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FC3B4-2DF6-C241-9074-4F59D754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E4102-AD7B-5F4C-A2A7-19B07416F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15E53-B290-234E-A790-1A8E057AC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54F14-5E45-C542-B817-0D437A7F9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F278B-5913-9543-9DBC-E0D4A211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2B92D-120B-3448-8360-7C9109D1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42A31-2DBB-DA4B-9E48-CD5FE7EE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1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7B73-741C-8549-8B37-B7BBB400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7DC92-0205-6C4D-8299-A92E60C0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40A111-6070-E542-BE16-49F48D06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511ED-B673-6E49-AF2E-5D082281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7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45EE1-1739-9C4C-8122-BB7A3DB0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816B5-BAE5-B549-9FB5-B912F6F0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09363-DC99-BB4D-A565-A719EB26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6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3ED3-EDE5-0B4C-905F-990073FE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01E5-9308-3548-B524-670FEBCC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846C5-8FC1-1945-89EC-231F21F93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A427C-051A-C240-A991-94CA080DE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8DDF9-4061-344C-BED7-7BAECAC0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C665B-E432-4546-8BCF-3A6B3B77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8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CD7D-7DEF-ED44-B8E9-728CC061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4BE6F-D309-134E-8908-C15D290DA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A0680-14A9-6A41-8134-9CE821B53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FC17-7267-9B44-B75F-2D512F99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A7A6E-981A-DC44-BB5A-FCBD0CA4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78014-6066-A344-A648-4C1F5631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6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5429-8A2E-994F-B17A-1929C114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7A0C5-C265-1743-93E2-FBB05381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B211-E8D0-DA4E-9EEA-454F5FA3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60566-3815-EE47-A61C-83E2403C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E807A-149C-A243-8004-F9FA923C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216F3-3824-154A-AC18-212AB3B29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E8912-769C-634D-9A30-A4835DE82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C3BA-8B11-1C40-AE75-7A7D9C71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EC8-EDDF-E948-9FF0-69884682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7DC7E-226F-0948-B597-BB9E07B9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6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D7F56-6F66-DF47-BB69-46C44BA3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BACCC-EDD9-C844-93AC-EFDDD554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119FA-9566-5B4E-9B4A-AD1A17A04F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73026-8393-6240-B0AF-44B1D9BE9C42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03B9-D66B-2949-8A6C-99660FF8E7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708AF-5D27-DC42-B933-1FBB7D2E6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9ED88-4903-4047-B9D2-EC0667EB0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3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D557B281-E354-7248-AE2E-D960E365A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748" y="3323334"/>
            <a:ext cx="5071252" cy="358514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202EE1-ABEE-034D-BB13-9A6B82C8B600}"/>
              </a:ext>
            </a:extLst>
          </p:cNvPr>
          <p:cNvCxnSpPr/>
          <p:nvPr/>
        </p:nvCxnSpPr>
        <p:spPr>
          <a:xfrm flipV="1">
            <a:off x="6431918" y="5670570"/>
            <a:ext cx="826718" cy="225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mazon.com: Robotic Motor">
            <a:extLst>
              <a:ext uri="{FF2B5EF4-FFF2-40B4-BE49-F238E27FC236}">
                <a16:creationId xmlns:a16="http://schemas.microsoft.com/office/drawing/2014/main" id="{E1887A21-DFDF-8B49-809A-97D868614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42" y="26161"/>
            <a:ext cx="40640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ow Are Industrial Robots Built? A Guide on the Components and the Movement  of Robot Arms| XYZ | Kawasaki Heavy Industries, Ltd.">
            <a:extLst>
              <a:ext uri="{FF2B5EF4-FFF2-40B4-BE49-F238E27FC236}">
                <a16:creationId xmlns:a16="http://schemas.microsoft.com/office/drawing/2014/main" id="{FE228AE1-242A-B943-B272-BBCF34E55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42" y="0"/>
            <a:ext cx="6749242" cy="449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n on SDP Driving Mechanisms">
            <a:extLst>
              <a:ext uri="{FF2B5EF4-FFF2-40B4-BE49-F238E27FC236}">
                <a16:creationId xmlns:a16="http://schemas.microsoft.com/office/drawing/2014/main" id="{B0584D53-F59B-0941-8C1A-CB18BB50FE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62" t="1916"/>
          <a:stretch/>
        </p:blipFill>
        <p:spPr bwMode="auto">
          <a:xfrm>
            <a:off x="3480446" y="4382193"/>
            <a:ext cx="2951472" cy="247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13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2021-07-05T08:33:23Z</dcterms:created>
  <dcterms:modified xsi:type="dcterms:W3CDTF">2021-07-05T08:44:35Z</dcterms:modified>
</cp:coreProperties>
</file>