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4DC6-605F-EF47-8C9D-8077CF84E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E2B8C-71D3-4E44-8615-225C26509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4FBA0-ADF9-6647-98A2-791D2B0F3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86BD6-F555-2047-88E1-8F994851C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C9FC1-0E1A-7D40-9C93-3A4D3C30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70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043C-901E-4F48-BE96-174DA1B97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E4322-0C22-F64C-A9AE-AC62ECE24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F719B-258B-5E4C-8F1F-60E4B76A4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563D9-A3F3-ED40-8D37-3DD2A51AD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CE7D0-9234-9043-AC70-A456C6F9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965F5-BAE7-8B46-A50E-3132D770B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AD563-B59B-8845-8955-85798A4E6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A72B2-B9B6-2E4F-805C-950E787F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C6E72-9E6D-B144-AA7F-10930E4CE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2EEDB-9807-A540-A6BE-30011086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15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77C7-0722-9C40-A796-5EB68F6D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2D0B1-B24F-D14B-A27C-C1BF4ACAA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450D7-8244-7B45-AF7D-9EBFE8C98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36F8B-29A6-DB47-AC91-274F3A0F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718D0-DE1A-1346-87E3-A452F756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C5815-19A5-F34B-B951-0863E08EA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22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7FF1D-ED05-AF46-BEED-838A38056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C4A82-D4F2-D345-9418-653C60F5D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79CA-C8E1-B945-B6E3-DBAC6EB05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4D477A-DFDE-6F44-9146-F37428B042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D708F-C177-CD42-8E15-C2F50BAE86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0F560A-4E6C-5D47-A12B-8A3A9DEE4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746ED4-9AFD-AC41-BDBF-AAA186AF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9A7D59-6E80-EC46-8774-A4F20C0F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9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B017-1023-7F42-B260-191078EB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27F8DB-E277-AE45-B983-F031A0EA3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554370-FE5A-AF47-9E8F-371827C2B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08122-9C27-EC4E-82F0-7BEC92609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5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35D36E-A185-CC4E-8FFA-17C65054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DBF1CB-9AE0-3340-8DFE-5C8782491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7A12F-09BB-B54D-A198-C3690D35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2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D067C-B76B-6B4B-8750-1F82CBF48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ADBE8-B6E6-F443-8A90-70523FAFD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BDF5F-7F20-E440-B2CD-9844025DE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536E1-FE14-D140-94C6-2A1F9C83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56D4-25B5-0C48-B917-C0D23D20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A49FD-FCDD-5E4B-9906-059D4535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3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9881-9813-FD40-A1AD-D5C4F92C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5704BC-EEDD-F743-AA9D-D85E73D42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900D8-1719-404C-863C-C469ED9B6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1A9C3-ABE2-F144-B8F2-6EAB28CEF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7AD2D-2885-C341-A2F6-85F64B87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1358C-CE25-FE4B-B852-30B4326D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12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910BB-BCF7-8345-9CE5-9242D8316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328C9-1ABD-B64B-8FF7-8B0BE0BD7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8C6F9-2A41-2242-9CCB-5B8E41583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BE488-4D0E-E74E-A9A3-75F0E45EE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7CC8C-8496-C74B-A9C9-3C8B51AED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6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709A82-D73A-2D4F-B22F-39F7CF180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07752C-21DB-1D43-AF16-3DACCF8BF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EC418-EA6D-6F4A-AFD5-A2BB5A652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1ECCC-B8F0-0842-9CCC-CF880F974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4459-B3E6-464E-8B0A-5C2C1865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18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A2A8C-7D4D-1C40-BAEA-C0E959292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350B7-AE96-554E-8F01-16206C093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1A055-C47D-0240-98E3-FCF1F35209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220CA-DC66-DB48-B463-8C10A1A47E5C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16009-6D45-6244-8A7C-217F12855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09DD8-4F46-F04A-B73B-83BBE76E1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69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FRANKA EMIKA Panda">
            <a:extLst>
              <a:ext uri="{FF2B5EF4-FFF2-40B4-BE49-F238E27FC236}">
                <a16:creationId xmlns:a16="http://schemas.microsoft.com/office/drawing/2014/main" id="{B6B11903-7E54-074A-8238-88181C257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133" y="24614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577E9E-61E4-E943-9374-0DAEF1BCF77B}"/>
              </a:ext>
            </a:extLst>
          </p:cNvPr>
          <p:cNvCxnSpPr>
            <a:cxnSpLocks/>
          </p:cNvCxnSpPr>
          <p:nvPr/>
        </p:nvCxnSpPr>
        <p:spPr>
          <a:xfrm>
            <a:off x="3373395" y="3558746"/>
            <a:ext cx="268219" cy="45338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69A97C-DE04-AF4E-B911-6A924FE40AB3}"/>
              </a:ext>
            </a:extLst>
          </p:cNvPr>
          <p:cNvCxnSpPr>
            <a:cxnSpLocks/>
          </p:cNvCxnSpPr>
          <p:nvPr/>
        </p:nvCxnSpPr>
        <p:spPr>
          <a:xfrm flipH="1" flipV="1">
            <a:off x="8286980" y="5044966"/>
            <a:ext cx="1" cy="57849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C82A7E-9D32-A34A-959D-B85700FD5319}"/>
              </a:ext>
            </a:extLst>
          </p:cNvPr>
          <p:cNvCxnSpPr>
            <a:cxnSpLocks/>
          </p:cNvCxnSpPr>
          <p:nvPr/>
        </p:nvCxnSpPr>
        <p:spPr>
          <a:xfrm>
            <a:off x="8660098" y="3295419"/>
            <a:ext cx="452371" cy="13358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590C91-5C07-1C45-8BF4-F058F7C39141}"/>
              </a:ext>
            </a:extLst>
          </p:cNvPr>
          <p:cNvCxnSpPr>
            <a:cxnSpLocks/>
          </p:cNvCxnSpPr>
          <p:nvPr/>
        </p:nvCxnSpPr>
        <p:spPr>
          <a:xfrm flipV="1">
            <a:off x="6898763" y="1673444"/>
            <a:ext cx="470294" cy="2241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E2B307D-1078-B04F-BA79-5449B8F24AF8}"/>
              </a:ext>
            </a:extLst>
          </p:cNvPr>
          <p:cNvCxnSpPr>
            <a:cxnSpLocks/>
          </p:cNvCxnSpPr>
          <p:nvPr/>
        </p:nvCxnSpPr>
        <p:spPr>
          <a:xfrm flipH="1" flipV="1">
            <a:off x="7322498" y="1811294"/>
            <a:ext cx="411110" cy="45762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2D2ABC-EF0D-1D42-90C8-4DBAC9D03366}"/>
              </a:ext>
            </a:extLst>
          </p:cNvPr>
          <p:cNvCxnSpPr>
            <a:cxnSpLocks/>
          </p:cNvCxnSpPr>
          <p:nvPr/>
        </p:nvCxnSpPr>
        <p:spPr>
          <a:xfrm flipH="1">
            <a:off x="5444359" y="1655805"/>
            <a:ext cx="499865" cy="23648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E91C060-29BF-6B4A-9247-A01245D306CB}"/>
              </a:ext>
            </a:extLst>
          </p:cNvPr>
          <p:cNvCxnSpPr>
            <a:cxnSpLocks/>
          </p:cNvCxnSpPr>
          <p:nvPr/>
        </p:nvCxnSpPr>
        <p:spPr>
          <a:xfrm flipH="1" flipV="1">
            <a:off x="3288416" y="1545021"/>
            <a:ext cx="231468" cy="5273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906FAC-A122-314A-98E4-154FCACE53A2}"/>
              </a:ext>
            </a:extLst>
          </p:cNvPr>
          <p:cNvCxnSpPr>
            <a:cxnSpLocks/>
          </p:cNvCxnSpPr>
          <p:nvPr/>
        </p:nvCxnSpPr>
        <p:spPr>
          <a:xfrm>
            <a:off x="8286981" y="5623460"/>
            <a:ext cx="53812" cy="3834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3B4995-BA73-3849-B5F7-D406AE364ADA}"/>
              </a:ext>
            </a:extLst>
          </p:cNvPr>
          <p:cNvCxnSpPr>
            <a:cxnSpLocks/>
          </p:cNvCxnSpPr>
          <p:nvPr/>
        </p:nvCxnSpPr>
        <p:spPr>
          <a:xfrm flipH="1">
            <a:off x="7733608" y="5618205"/>
            <a:ext cx="553373" cy="525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5177355-1476-2D4C-9D65-C9FACDB2651A}"/>
              </a:ext>
            </a:extLst>
          </p:cNvPr>
          <p:cNvCxnSpPr>
            <a:cxnSpLocks/>
          </p:cNvCxnSpPr>
          <p:nvPr/>
        </p:nvCxnSpPr>
        <p:spPr>
          <a:xfrm flipH="1">
            <a:off x="8060121" y="3295419"/>
            <a:ext cx="592416" cy="7866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32D826E-150B-094E-82CF-6C38EE98F020}"/>
              </a:ext>
            </a:extLst>
          </p:cNvPr>
          <p:cNvCxnSpPr>
            <a:cxnSpLocks/>
          </p:cNvCxnSpPr>
          <p:nvPr/>
        </p:nvCxnSpPr>
        <p:spPr>
          <a:xfrm flipV="1">
            <a:off x="7696874" y="1953593"/>
            <a:ext cx="470243" cy="30481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E11A5CD-F61B-8549-8D16-15EFA185BB10}"/>
              </a:ext>
            </a:extLst>
          </p:cNvPr>
          <p:cNvCxnSpPr>
            <a:cxnSpLocks/>
          </p:cNvCxnSpPr>
          <p:nvPr/>
        </p:nvCxnSpPr>
        <p:spPr>
          <a:xfrm flipH="1" flipV="1">
            <a:off x="8652537" y="2753923"/>
            <a:ext cx="7561" cy="55200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0DC943F-4E70-1941-881D-D6473ABEEEF8}"/>
              </a:ext>
            </a:extLst>
          </p:cNvPr>
          <p:cNvCxnSpPr>
            <a:cxnSpLocks/>
          </p:cNvCxnSpPr>
          <p:nvPr/>
        </p:nvCxnSpPr>
        <p:spPr>
          <a:xfrm flipH="1">
            <a:off x="7322498" y="2235614"/>
            <a:ext cx="420246" cy="40147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7D42C13-CEFE-5544-AAFA-2796E3157463}"/>
              </a:ext>
            </a:extLst>
          </p:cNvPr>
          <p:cNvCxnSpPr>
            <a:cxnSpLocks/>
          </p:cNvCxnSpPr>
          <p:nvPr/>
        </p:nvCxnSpPr>
        <p:spPr>
          <a:xfrm flipH="1">
            <a:off x="6534657" y="1897970"/>
            <a:ext cx="363468" cy="4458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81BC0A6-7C3D-5C4E-9BE4-B4B6E695F86B}"/>
              </a:ext>
            </a:extLst>
          </p:cNvPr>
          <p:cNvCxnSpPr>
            <a:cxnSpLocks/>
          </p:cNvCxnSpPr>
          <p:nvPr/>
        </p:nvCxnSpPr>
        <p:spPr>
          <a:xfrm flipH="1" flipV="1">
            <a:off x="6507354" y="1434664"/>
            <a:ext cx="411110" cy="45762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4418DE0-C4A8-9D4A-B8AC-3C60F0FFCEBD}"/>
              </a:ext>
            </a:extLst>
          </p:cNvPr>
          <p:cNvCxnSpPr>
            <a:cxnSpLocks/>
          </p:cNvCxnSpPr>
          <p:nvPr/>
        </p:nvCxnSpPr>
        <p:spPr>
          <a:xfrm flipV="1">
            <a:off x="5944223" y="1655805"/>
            <a:ext cx="303556" cy="767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1E6F801-864C-394B-8A5E-A396D4EA0871}"/>
              </a:ext>
            </a:extLst>
          </p:cNvPr>
          <p:cNvCxnSpPr>
            <a:cxnSpLocks/>
          </p:cNvCxnSpPr>
          <p:nvPr/>
        </p:nvCxnSpPr>
        <p:spPr>
          <a:xfrm flipH="1" flipV="1">
            <a:off x="5684647" y="1135117"/>
            <a:ext cx="259576" cy="52068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B2313FF-14A9-1D44-9FEE-7D971D1D78FC}"/>
              </a:ext>
            </a:extLst>
          </p:cNvPr>
          <p:cNvCxnSpPr>
            <a:cxnSpLocks/>
          </p:cNvCxnSpPr>
          <p:nvPr/>
        </p:nvCxnSpPr>
        <p:spPr>
          <a:xfrm flipH="1">
            <a:off x="3024832" y="2050051"/>
            <a:ext cx="499865" cy="23648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69DA4EF-ED43-8F40-AECE-5A84CBB6F9B7}"/>
              </a:ext>
            </a:extLst>
          </p:cNvPr>
          <p:cNvCxnSpPr>
            <a:cxnSpLocks/>
          </p:cNvCxnSpPr>
          <p:nvPr/>
        </p:nvCxnSpPr>
        <p:spPr>
          <a:xfrm flipH="1" flipV="1">
            <a:off x="3048466" y="1785494"/>
            <a:ext cx="440516" cy="2636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C70979C-2E76-FC47-8A50-0E130DCB2CB7}"/>
              </a:ext>
            </a:extLst>
          </p:cNvPr>
          <p:cNvCxnSpPr>
            <a:cxnSpLocks/>
          </p:cNvCxnSpPr>
          <p:nvPr/>
        </p:nvCxnSpPr>
        <p:spPr>
          <a:xfrm flipH="1">
            <a:off x="2904464" y="3569611"/>
            <a:ext cx="499686" cy="28826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6D6A6D2-5CC7-9846-9082-8B9FC84C1809}"/>
              </a:ext>
            </a:extLst>
          </p:cNvPr>
          <p:cNvCxnSpPr>
            <a:cxnSpLocks/>
          </p:cNvCxnSpPr>
          <p:nvPr/>
        </p:nvCxnSpPr>
        <p:spPr>
          <a:xfrm flipH="1" flipV="1">
            <a:off x="3201268" y="3243946"/>
            <a:ext cx="173875" cy="31515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682AC85-9638-004A-A6FE-A597A4D9D18C}"/>
                  </a:ext>
                </a:extLst>
              </p:cNvPr>
              <p:cNvSpPr txBox="1"/>
              <p:nvPr/>
            </p:nvSpPr>
            <p:spPr>
              <a:xfrm>
                <a:off x="7369057" y="5339282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682AC85-9638-004A-A6FE-A597A4D9D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9057" y="5339282"/>
                <a:ext cx="372025" cy="369332"/>
              </a:xfrm>
              <a:prstGeom prst="rect">
                <a:avLst/>
              </a:prstGeom>
              <a:blipFill>
                <a:blip r:embed="rId3"/>
                <a:stretch>
                  <a:fillRect l="-10000" r="-666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DB52400-4FA6-B64C-BEF9-481709EF2E9B}"/>
                  </a:ext>
                </a:extLst>
              </p:cNvPr>
              <p:cNvSpPr txBox="1"/>
              <p:nvPr/>
            </p:nvSpPr>
            <p:spPr>
              <a:xfrm>
                <a:off x="8192189" y="4712632"/>
                <a:ext cx="3531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DB52400-4FA6-B64C-BEF9-481709EF2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189" y="4712632"/>
                <a:ext cx="353109" cy="369332"/>
              </a:xfrm>
              <a:prstGeom prst="rect">
                <a:avLst/>
              </a:prstGeom>
              <a:blipFill>
                <a:blip r:embed="rId4"/>
                <a:stretch>
                  <a:fillRect l="-6897" r="-344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9867698-6F1F-9E41-B927-B74871E9590E}"/>
                  </a:ext>
                </a:extLst>
              </p:cNvPr>
              <p:cNvSpPr txBox="1"/>
              <p:nvPr/>
            </p:nvSpPr>
            <p:spPr>
              <a:xfrm>
                <a:off x="8707681" y="2388654"/>
                <a:ext cx="364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9867698-6F1F-9E41-B927-B74871E95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681" y="2388654"/>
                <a:ext cx="364908" cy="369332"/>
              </a:xfrm>
              <a:prstGeom prst="rect">
                <a:avLst/>
              </a:prstGeom>
              <a:blipFill>
                <a:blip r:embed="rId5"/>
                <a:stretch>
                  <a:fillRect l="-10000" r="-6667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21AF73C-2AF9-8946-BFF6-8B076454EB40}"/>
                  </a:ext>
                </a:extLst>
              </p:cNvPr>
              <p:cNvSpPr txBox="1"/>
              <p:nvPr/>
            </p:nvSpPr>
            <p:spPr>
              <a:xfrm>
                <a:off x="7748675" y="3121264"/>
                <a:ext cx="3666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21AF73C-2AF9-8946-BFF6-8B076454E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675" y="3121264"/>
                <a:ext cx="366639" cy="369332"/>
              </a:xfrm>
              <a:prstGeom prst="rect">
                <a:avLst/>
              </a:prstGeom>
              <a:blipFill>
                <a:blip r:embed="rId6"/>
                <a:stretch>
                  <a:fillRect l="-20690" r="-6897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6582E93-8D37-E247-84A9-23D8E8745D01}"/>
                  </a:ext>
                </a:extLst>
              </p:cNvPr>
              <p:cNvSpPr txBox="1"/>
              <p:nvPr/>
            </p:nvSpPr>
            <p:spPr>
              <a:xfrm>
                <a:off x="9107922" y="3200279"/>
                <a:ext cx="3459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6582E93-8D37-E247-84A9-23D8E8745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7922" y="3200279"/>
                <a:ext cx="345992" cy="369332"/>
              </a:xfrm>
              <a:prstGeom prst="rect">
                <a:avLst/>
              </a:prstGeom>
              <a:blipFill>
                <a:blip r:embed="rId7"/>
                <a:stretch>
                  <a:fillRect l="-7143" r="-7143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D3D8DF6-4693-C946-8568-C092906FA239}"/>
                  </a:ext>
                </a:extLst>
              </p:cNvPr>
              <p:cNvSpPr txBox="1"/>
              <p:nvPr/>
            </p:nvSpPr>
            <p:spPr>
              <a:xfrm>
                <a:off x="7388441" y="2406771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D3D8DF6-4693-C946-8568-C092906FA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8441" y="2406771"/>
                <a:ext cx="372025" cy="369332"/>
              </a:xfrm>
              <a:prstGeom prst="rect">
                <a:avLst/>
              </a:prstGeom>
              <a:blipFill>
                <a:blip r:embed="rId8"/>
                <a:stretch>
                  <a:fillRect l="-10000" r="-333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03F56A0-7572-BF49-BC6F-2452917314F1}"/>
                  </a:ext>
                </a:extLst>
              </p:cNvPr>
              <p:cNvSpPr txBox="1"/>
              <p:nvPr/>
            </p:nvSpPr>
            <p:spPr>
              <a:xfrm>
                <a:off x="8010496" y="1963972"/>
                <a:ext cx="3737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03F56A0-7572-BF49-BC6F-245291731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496" y="1963972"/>
                <a:ext cx="373756" cy="369332"/>
              </a:xfrm>
              <a:prstGeom prst="rect">
                <a:avLst/>
              </a:prstGeom>
              <a:blipFill>
                <a:blip r:embed="rId9"/>
                <a:stretch>
                  <a:fillRect l="-16667" r="-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2EF9D65-757F-E547-B7D0-91C0693AB0C8}"/>
                  </a:ext>
                </a:extLst>
              </p:cNvPr>
              <p:cNvSpPr txBox="1"/>
              <p:nvPr/>
            </p:nvSpPr>
            <p:spPr>
              <a:xfrm>
                <a:off x="7407357" y="1533578"/>
                <a:ext cx="3531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2EF9D65-757F-E547-B7D0-91C0693AB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357" y="1533578"/>
                <a:ext cx="353109" cy="369332"/>
              </a:xfrm>
              <a:prstGeom prst="rect">
                <a:avLst/>
              </a:prstGeom>
              <a:blipFill>
                <a:blip r:embed="rId10"/>
                <a:stretch>
                  <a:fillRect l="-6897" r="-344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504D1C2-D13E-2042-923C-3B6AAE7B212D}"/>
                  </a:ext>
                </a:extLst>
              </p:cNvPr>
              <p:cNvSpPr txBox="1"/>
              <p:nvPr/>
            </p:nvSpPr>
            <p:spPr>
              <a:xfrm>
                <a:off x="7058856" y="1255066"/>
                <a:ext cx="3531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504D1C2-D13E-2042-923C-3B6AAE7B2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856" y="1255066"/>
                <a:ext cx="353109" cy="369332"/>
              </a:xfrm>
              <a:prstGeom prst="rect">
                <a:avLst/>
              </a:prstGeom>
              <a:blipFill>
                <a:blip r:embed="rId11"/>
                <a:stretch>
                  <a:fillRect l="-10345" r="-344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E76DAA4-551B-B342-92B6-64FB5181A6AB}"/>
                  </a:ext>
                </a:extLst>
              </p:cNvPr>
              <p:cNvSpPr txBox="1"/>
              <p:nvPr/>
            </p:nvSpPr>
            <p:spPr>
              <a:xfrm>
                <a:off x="5331141" y="1434664"/>
                <a:ext cx="3531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E76DAA4-551B-B342-92B6-64FB5181A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1141" y="1434664"/>
                <a:ext cx="353109" cy="369332"/>
              </a:xfrm>
              <a:prstGeom prst="rect">
                <a:avLst/>
              </a:prstGeom>
              <a:blipFill>
                <a:blip r:embed="rId12"/>
                <a:stretch>
                  <a:fillRect l="-14286" r="-3571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C3C9D44-A862-794B-81E5-28AB34B5DC7A}"/>
                  </a:ext>
                </a:extLst>
              </p:cNvPr>
              <p:cNvSpPr txBox="1"/>
              <p:nvPr/>
            </p:nvSpPr>
            <p:spPr>
              <a:xfrm>
                <a:off x="3255221" y="1206107"/>
                <a:ext cx="3531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C3C9D44-A862-794B-81E5-28AB34B5D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221" y="1206107"/>
                <a:ext cx="353109" cy="369332"/>
              </a:xfrm>
              <a:prstGeom prst="rect">
                <a:avLst/>
              </a:prstGeom>
              <a:blipFill>
                <a:blip r:embed="rId13"/>
                <a:stretch>
                  <a:fillRect l="-6897" r="-6897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ECF235F-27C7-6540-B3D6-54CAC2C23310}"/>
                  </a:ext>
                </a:extLst>
              </p:cNvPr>
              <p:cNvSpPr txBox="1"/>
              <p:nvPr/>
            </p:nvSpPr>
            <p:spPr>
              <a:xfrm>
                <a:off x="5961233" y="1243388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ECF235F-27C7-6540-B3D6-54CAC2C23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233" y="1243388"/>
                <a:ext cx="372025" cy="369332"/>
              </a:xfrm>
              <a:prstGeom prst="rect">
                <a:avLst/>
              </a:prstGeom>
              <a:blipFill>
                <a:blip r:embed="rId14"/>
                <a:stretch>
                  <a:fillRect l="-10000" r="-6667"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6C7B84F-4D6C-5144-BA49-DE574097AE19}"/>
                  </a:ext>
                </a:extLst>
              </p:cNvPr>
              <p:cNvSpPr txBox="1"/>
              <p:nvPr/>
            </p:nvSpPr>
            <p:spPr>
              <a:xfrm>
                <a:off x="6384354" y="1025422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6C7B84F-4D6C-5144-BA49-DE574097A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354" y="1025422"/>
                <a:ext cx="372025" cy="369332"/>
              </a:xfrm>
              <a:prstGeom prst="rect">
                <a:avLst/>
              </a:prstGeom>
              <a:blipFill>
                <a:blip r:embed="rId15"/>
                <a:stretch>
                  <a:fillRect l="-10000" r="-666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A8ED4A7-80D5-9642-AF6E-A07AE9F17BF4}"/>
                  </a:ext>
                </a:extLst>
              </p:cNvPr>
              <p:cNvSpPr txBox="1"/>
              <p:nvPr/>
            </p:nvSpPr>
            <p:spPr>
              <a:xfrm>
                <a:off x="6382622" y="2273059"/>
                <a:ext cx="3737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A8ED4A7-80D5-9642-AF6E-A07AE9F17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622" y="2273059"/>
                <a:ext cx="373757" cy="369332"/>
              </a:xfrm>
              <a:prstGeom prst="rect">
                <a:avLst/>
              </a:prstGeom>
              <a:blipFill>
                <a:blip r:embed="rId16"/>
                <a:stretch>
                  <a:fillRect l="-16667" r="-6667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186F25D-2AC9-AB4E-A7B2-C58794FC3C1F}"/>
                  </a:ext>
                </a:extLst>
              </p:cNvPr>
              <p:cNvSpPr txBox="1"/>
              <p:nvPr/>
            </p:nvSpPr>
            <p:spPr>
              <a:xfrm>
                <a:off x="5524236" y="713966"/>
                <a:ext cx="3606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186F25D-2AC9-AB4E-A7B2-C58794FC3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236" y="713966"/>
                <a:ext cx="360612" cy="369332"/>
              </a:xfrm>
              <a:prstGeom prst="rect">
                <a:avLst/>
              </a:prstGeom>
              <a:blipFill>
                <a:blip r:embed="rId17"/>
                <a:stretch>
                  <a:fillRect l="-16667" r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915EBF9-F2B4-4240-9D8E-12C46AC3892F}"/>
                  </a:ext>
                </a:extLst>
              </p:cNvPr>
              <p:cNvSpPr txBox="1"/>
              <p:nvPr/>
            </p:nvSpPr>
            <p:spPr>
              <a:xfrm>
                <a:off x="2732666" y="1490621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915EBF9-F2B4-4240-9D8E-12C46AC38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666" y="1490621"/>
                <a:ext cx="372025" cy="369332"/>
              </a:xfrm>
              <a:prstGeom prst="rect">
                <a:avLst/>
              </a:prstGeom>
              <a:blipFill>
                <a:blip r:embed="rId18"/>
                <a:stretch>
                  <a:fillRect l="-6667" r="-666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698D737-C073-FE4F-9440-1A41F41E13F1}"/>
                  </a:ext>
                </a:extLst>
              </p:cNvPr>
              <p:cNvSpPr txBox="1"/>
              <p:nvPr/>
            </p:nvSpPr>
            <p:spPr>
              <a:xfrm>
                <a:off x="2727551" y="1894558"/>
                <a:ext cx="3737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698D737-C073-FE4F-9440-1A41F41E1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551" y="1894558"/>
                <a:ext cx="373757" cy="369332"/>
              </a:xfrm>
              <a:prstGeom prst="rect">
                <a:avLst/>
              </a:prstGeom>
              <a:blipFill>
                <a:blip r:embed="rId19"/>
                <a:stretch>
                  <a:fillRect l="-16667" r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4DDC9E62-534F-1049-B85E-BA6B2CA140C3}"/>
                  </a:ext>
                </a:extLst>
              </p:cNvPr>
              <p:cNvSpPr txBox="1"/>
              <p:nvPr/>
            </p:nvSpPr>
            <p:spPr>
              <a:xfrm>
                <a:off x="3059750" y="2877543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4DDC9E62-534F-1049-B85E-BA6B2CA14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750" y="2877543"/>
                <a:ext cx="372025" cy="369332"/>
              </a:xfrm>
              <a:prstGeom prst="rect">
                <a:avLst/>
              </a:prstGeom>
              <a:blipFill>
                <a:blip r:embed="rId20"/>
                <a:stretch>
                  <a:fillRect l="-6452" r="-645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EB1ED49-57CA-054F-B859-16BC2A6E2B29}"/>
                  </a:ext>
                </a:extLst>
              </p:cNvPr>
              <p:cNvSpPr txBox="1"/>
              <p:nvPr/>
            </p:nvSpPr>
            <p:spPr>
              <a:xfrm>
                <a:off x="2497344" y="3599430"/>
                <a:ext cx="3737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EB1ED49-57CA-054F-B859-16BC2A6E2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344" y="3599430"/>
                <a:ext cx="373757" cy="369332"/>
              </a:xfrm>
              <a:prstGeom prst="rect">
                <a:avLst/>
              </a:prstGeom>
              <a:blipFill>
                <a:blip r:embed="rId21"/>
                <a:stretch>
                  <a:fillRect l="-16129" r="-6452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8321D4A-326E-7D4D-8AD7-4D65E206A7E4}"/>
              </a:ext>
            </a:extLst>
          </p:cNvPr>
          <p:cNvCxnSpPr>
            <a:cxnSpLocks/>
          </p:cNvCxnSpPr>
          <p:nvPr/>
        </p:nvCxnSpPr>
        <p:spPr>
          <a:xfrm flipH="1" flipV="1">
            <a:off x="3373395" y="3618263"/>
            <a:ext cx="4913585" cy="1996349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53194F3-3129-3D42-B5AF-2FE14AC0B5FD}"/>
                  </a:ext>
                </a:extLst>
              </p:cNvPr>
              <p:cNvSpPr txBox="1"/>
              <p:nvPr/>
            </p:nvSpPr>
            <p:spPr>
              <a:xfrm>
                <a:off x="8060121" y="5822209"/>
                <a:ext cx="3737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53194F3-3129-3D42-B5AF-2FE14AC0B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121" y="5822209"/>
                <a:ext cx="373757" cy="369332"/>
              </a:xfrm>
              <a:prstGeom prst="rect">
                <a:avLst/>
              </a:prstGeom>
              <a:blipFill>
                <a:blip r:embed="rId22"/>
                <a:stretch>
                  <a:fillRect l="-16129" r="-322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E6148AD8-F621-0647-8587-751349663B6B}"/>
              </a:ext>
            </a:extLst>
          </p:cNvPr>
          <p:cNvSpPr txBox="1"/>
          <p:nvPr/>
        </p:nvSpPr>
        <p:spPr>
          <a:xfrm>
            <a:off x="5675991" y="3991411"/>
            <a:ext cx="588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?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A7065F7-4FB5-2548-B82F-5B8FDBD267E5}"/>
              </a:ext>
            </a:extLst>
          </p:cNvPr>
          <p:cNvCxnSpPr>
            <a:cxnSpLocks/>
            <a:endCxn id="103" idx="0"/>
          </p:cNvCxnSpPr>
          <p:nvPr/>
        </p:nvCxnSpPr>
        <p:spPr>
          <a:xfrm flipH="1">
            <a:off x="3221102" y="3568026"/>
            <a:ext cx="159590" cy="173471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Magnetic Disk 102">
            <a:extLst>
              <a:ext uri="{FF2B5EF4-FFF2-40B4-BE49-F238E27FC236}">
                <a16:creationId xmlns:a16="http://schemas.microsoft.com/office/drawing/2014/main" id="{D63CC874-CB2F-5049-B344-EEB8E4FBA8CB}"/>
              </a:ext>
            </a:extLst>
          </p:cNvPr>
          <p:cNvSpPr/>
          <p:nvPr/>
        </p:nvSpPr>
        <p:spPr>
          <a:xfrm>
            <a:off x="3047681" y="5099805"/>
            <a:ext cx="346841" cy="608809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190A623-2CE1-DC4E-ABDD-1AE298940F5A}"/>
                  </a:ext>
                </a:extLst>
              </p:cNvPr>
              <p:cNvSpPr txBox="1"/>
              <p:nvPr/>
            </p:nvSpPr>
            <p:spPr>
              <a:xfrm>
                <a:off x="2914429" y="4393604"/>
                <a:ext cx="3488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190A623-2CE1-DC4E-ABDD-1AE298940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429" y="4393604"/>
                <a:ext cx="348877" cy="369332"/>
              </a:xfrm>
              <a:prstGeom prst="rect">
                <a:avLst/>
              </a:prstGeom>
              <a:blipFill>
                <a:blip r:embed="rId23"/>
                <a:stretch>
                  <a:fillRect l="-13793" r="-3448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5286362-8EC5-0B45-878B-EF7EE90ACF72}"/>
                  </a:ext>
                </a:extLst>
              </p:cNvPr>
              <p:cNvSpPr txBox="1"/>
              <p:nvPr/>
            </p:nvSpPr>
            <p:spPr>
              <a:xfrm>
                <a:off x="3457910" y="3890539"/>
                <a:ext cx="3531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5286362-8EC5-0B45-878B-EF7EE90AC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910" y="3890539"/>
                <a:ext cx="353109" cy="369332"/>
              </a:xfrm>
              <a:prstGeom prst="rect">
                <a:avLst/>
              </a:prstGeom>
              <a:blipFill>
                <a:blip r:embed="rId24"/>
                <a:stretch>
                  <a:fillRect l="-6897" r="-344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9664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23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5</cp:revision>
  <dcterms:created xsi:type="dcterms:W3CDTF">2020-06-13T17:36:42Z</dcterms:created>
  <dcterms:modified xsi:type="dcterms:W3CDTF">2020-11-19T16:25:37Z</dcterms:modified>
</cp:coreProperties>
</file>