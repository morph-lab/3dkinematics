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2" d="100"/>
          <a:sy n="102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E94D3-3255-0849-9D63-7502AC3E8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CAED0-698A-E94E-B53A-5B7962D7D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DFA2B-CB6E-CA4E-9E0F-444C068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341E-3D02-AA40-8FC6-6A088718CD3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BA3B6-FAE0-464A-8ACE-2F9568334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302AD-36A4-CF44-953F-15339020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3C6F-1BEB-9546-BAC9-B41748612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78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4B75A-9C62-7E4E-A325-A764F2CE0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DE63-157C-DB4C-9F32-BF92A1E98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C8AD5-A7B8-D845-B883-02D3FAE15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341E-3D02-AA40-8FC6-6A088718CD3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88020-77DD-624A-88CC-A70CCC30C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4607D-3E29-2041-B14E-BF5399622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3C6F-1BEB-9546-BAC9-B41748612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706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3CA06-BED2-674D-9BF8-C39AAEDF7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7C15B-96A4-4748-A1AD-C3E867051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3A8B0-8F2C-564E-BBC7-790FAF4A5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341E-3D02-AA40-8FC6-6A088718CD3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EA5EB-4920-D14E-BAA1-265E70AB0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A53FF-1FF6-5845-A186-31006F248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3C6F-1BEB-9546-BAC9-B41748612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91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F155-1B82-A143-A98D-E89B34BF5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EBF5D-1B8A-0441-9093-A8EB2EEB1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09246-14A7-C246-A0D7-BAC46CE5B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F4D62-FB52-7C41-93F9-F30DA4E81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341E-3D02-AA40-8FC6-6A088718CD3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7C71C-7885-4E41-B0AF-AC4699353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1DF6E-8EE1-5449-8B85-DCDC2D26E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3C6F-1BEB-9546-BAC9-B41748612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83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4569-4E01-9C42-A077-9B0E61AD7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EC136-87C1-1E41-BFD9-E9B96F168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AB8B1-37BE-B644-B519-CA19A7B3E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13623-62C3-9844-A4CA-10E1EE629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B67B94-1892-C146-9FAC-5DC8FD94ED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24AEBA-BA3B-9249-9A23-B557571A3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341E-3D02-AA40-8FC6-6A088718CD3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06FF71-D577-4140-A257-276E95853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3ED2C8-ED7C-C540-84F2-D85ED441A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3C6F-1BEB-9546-BAC9-B41748612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1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58167-AA71-1346-96DD-60B997BDF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1AA4F8-578A-C04A-86C9-C8612072B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341E-3D02-AA40-8FC6-6A088718CD3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428AD1-EDF4-CB4F-BB77-9D911FDD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7A43F0-6E6D-D04E-90D5-89C427E4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3C6F-1BEB-9546-BAC9-B41748612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6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20AC8-2055-2A40-A5BF-0E710386A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341E-3D02-AA40-8FC6-6A088718CD3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05E95-EE77-0F44-800E-3047BE35D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7A43A-D314-7A44-B199-4CF1B9DC4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3C6F-1BEB-9546-BAC9-B41748612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02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89D70-6225-0843-9C93-2DDD1004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36D70-C3A3-804E-A7E5-5A49BF20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1D36E-66F3-1247-8CFA-BE16968E3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E4CEA-88E5-AE4E-A3FB-A2E1DCA05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341E-3D02-AA40-8FC6-6A088718CD3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CC0C8-3289-3741-8973-4925A4452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2BCF6-1E37-EF4F-93AA-D204915B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3C6F-1BEB-9546-BAC9-B41748612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9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F7C38-1E84-3041-9BBC-4E49E4ABC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C2F115-A09D-8144-BADE-5C6D7BDEE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75F925-B955-AB42-BC79-2246FFC46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64928-2662-C445-98A6-892122EF2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341E-3D02-AA40-8FC6-6A088718CD3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3CAB3-FDD8-2743-BA8A-38DFCB8FA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4313B-A4C7-E446-BEC3-F0BC64F24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3C6F-1BEB-9546-BAC9-B41748612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94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AFAA5-E47E-2D4D-8E85-87B714D83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869B4-051A-6046-9724-A3B39B10B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2BACE-535D-0F40-8EDE-B6FF84F4F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341E-3D02-AA40-8FC6-6A088718CD3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76BE3-86CE-0A42-8D0B-BAC8FEA2C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B6D48-BF85-8440-B4B7-5FC32296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3C6F-1BEB-9546-BAC9-B41748612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81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2F280C-FA9D-614D-A42D-AC8A0B20D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66789E-0DFD-2C4C-98DB-E2ABF7D96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E5B03-43F2-6D4E-8CF5-275114D07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341E-3D02-AA40-8FC6-6A088718CD3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D92F6-B38F-6A4B-8085-0EAF31564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9DAB3-90BA-684A-96FD-687CF34E7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3C6F-1BEB-9546-BAC9-B41748612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02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179339-C76A-D640-B555-66FD1335B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D4FFC-A6E2-434B-A122-E6BAC5644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6E511-7A81-BA47-A32B-ED019CA4D1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4341E-3D02-AA40-8FC6-6A088718CD3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7A8F9-AC11-774D-BAD4-810BB416C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605EE-E1FC-B64B-B2F4-09426E4B9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D3C6F-1BEB-9546-BAC9-B41748612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82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DDCE56-B40C-1F4B-9D4E-BEBF181B9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2810"/>
            <a:ext cx="6324252" cy="47431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E83F2B-D9B5-FB4E-B501-B83DAD046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747" y="1352810"/>
            <a:ext cx="6324253" cy="474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79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2</cp:revision>
  <dcterms:created xsi:type="dcterms:W3CDTF">2021-07-11T21:24:30Z</dcterms:created>
  <dcterms:modified xsi:type="dcterms:W3CDTF">2021-07-11T21:34:45Z</dcterms:modified>
</cp:coreProperties>
</file>