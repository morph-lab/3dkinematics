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6ED1F-E343-7A46-91B9-EDD8CD1D77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A8FDB7-83B5-C142-ADD5-787E4F9A25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3D708-7D1F-EC4E-A012-6B067D41B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990D3-CA9C-0047-9138-3B4199085A60}" type="datetimeFigureOut">
              <a:rPr lang="en-US" smtClean="0"/>
              <a:t>11/7/20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A9C14B-4A4B-D648-8F8C-08B7C1132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127A8-6B5C-5345-9EAB-2C9E011FD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C690E-51AE-004B-9A45-0A59A537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301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57355-5C73-9940-9475-38ED28699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C3250-F719-6B40-9CB3-CF6CF50321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1D6570-2EB4-6747-87AD-CC7ADAC1B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990D3-CA9C-0047-9138-3B4199085A60}" type="datetimeFigureOut">
              <a:rPr lang="en-US" smtClean="0"/>
              <a:t>11/7/20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A7C8C4-EE54-C54C-97AF-3C15ECBDF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F1BC0-4761-0246-A3B9-60AAD6B7B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C690E-51AE-004B-9A45-0A59A537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053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2E3CF-EAE5-5D4A-AED2-C7BCE93C1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5AB00B-B3BA-D14E-8DFC-1D4FA1BB85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A0F7E3-21BD-AE43-9D1A-8A5924963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990D3-CA9C-0047-9138-3B4199085A60}" type="datetimeFigureOut">
              <a:rPr lang="en-US" smtClean="0"/>
              <a:t>11/7/20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D47F96-8CB9-4244-AFDE-5AEADBFE2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CDE0D8-587E-BD42-B08D-77CECC114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C690E-51AE-004B-9A45-0A59A537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322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43562-19F8-F74E-BF1F-D530865A0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9EA68-263C-8848-A9BA-DFAC415C57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F84C87-51B2-6245-A700-15FE10D98D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80BB5-4254-BD45-A6BF-C48583830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990D3-CA9C-0047-9138-3B4199085A60}" type="datetimeFigureOut">
              <a:rPr lang="en-US" smtClean="0"/>
              <a:t>11/7/20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58343A-ECB1-B148-9BE2-1528C11A3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885517-C30C-2F42-B7A7-05A1F4626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C690E-51AE-004B-9A45-0A59A537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908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E54C5-0736-C045-9AF6-044D118BB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828EE-39AF-594C-8A3C-CAF0695AEC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56D554-0028-6749-924F-E9FE3F6CA3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88A603-66B4-7347-BE9E-B8A65D3793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21FF4F-A241-9B43-9E4F-1FAB003169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2D7100-4610-5F43-855F-373C42319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990D3-CA9C-0047-9138-3B4199085A60}" type="datetimeFigureOut">
              <a:rPr lang="en-US" smtClean="0"/>
              <a:t>11/7/20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64A5F6-565D-E540-8DFF-8FEF40372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69A2DD-BC80-3E43-959C-BAB38908E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C690E-51AE-004B-9A45-0A59A537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315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D7EF8-6251-DC45-A4D0-FB72A991F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A66514-BBA6-FA41-8E8D-4D0885700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990D3-CA9C-0047-9138-3B4199085A60}" type="datetimeFigureOut">
              <a:rPr lang="en-US" smtClean="0"/>
              <a:t>11/7/20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E8A476-DA9F-934A-B799-3391C166C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5BEDBE-529C-0C42-A642-8F070DF09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C690E-51AE-004B-9A45-0A59A537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735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75BBE7-9F80-9844-AA2B-E95D48567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990D3-CA9C-0047-9138-3B4199085A60}" type="datetimeFigureOut">
              <a:rPr lang="en-US" smtClean="0"/>
              <a:t>11/7/20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CAD539-377C-F048-9893-82F6C7F89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2E9711-8EB1-D64A-8A9E-614161F4D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C690E-51AE-004B-9A45-0A59A537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181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17AA6-BBCA-FF41-9395-0BD30C606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1FE49-C128-A745-94CC-EA00878DED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150F28-6123-9F4D-B076-A0F900D0D2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E98ACA-9322-5E48-AF19-E9E4E7BEC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990D3-CA9C-0047-9138-3B4199085A60}" type="datetimeFigureOut">
              <a:rPr lang="en-US" smtClean="0"/>
              <a:t>11/7/20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186CB8-EDA1-E14C-8EBA-EA3555D9D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D6DC6C-D728-7F42-B3A4-1CC49050C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C690E-51AE-004B-9A45-0A59A537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014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5B11D-EC98-A944-8C9D-953DAC50D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6B2197-466F-DA47-94AC-7FFC0F2AD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598F96-5BB6-3745-80E4-8767FE58FC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1F2D1E-A33C-0A47-A1E5-28CE75A81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990D3-CA9C-0047-9138-3B4199085A60}" type="datetimeFigureOut">
              <a:rPr lang="en-US" smtClean="0"/>
              <a:t>11/7/20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8EB2B1-6ED3-A841-883C-695DB4CB4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AD32DB-B9AB-E246-955A-898D1B43E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C690E-51AE-004B-9A45-0A59A537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63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B8EAB-D6F1-674F-BCB2-6CAB8DE4F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A77875-A1AC-EE4F-A71E-D596093BF5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504710-EC15-074A-8DBF-F99B367CC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990D3-CA9C-0047-9138-3B4199085A60}" type="datetimeFigureOut">
              <a:rPr lang="en-US" smtClean="0"/>
              <a:t>11/7/20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4C547-7E15-4846-97D1-A4D08BED5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F4C405-B529-3944-84EC-60D0FAD37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C690E-51AE-004B-9A45-0A59A537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984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727C54-8B14-BD42-9522-89B55B4CF8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5443F6-33FE-8742-B55C-866C47F2B6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19F740-B23E-AA4A-BE16-D6357671D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990D3-CA9C-0047-9138-3B4199085A60}" type="datetimeFigureOut">
              <a:rPr lang="en-US" smtClean="0"/>
              <a:t>11/7/20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4381F-8374-3F40-9B5B-955BF39D5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684E8E-486F-F543-BAD0-EC17C29E4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C690E-51AE-004B-9A45-0A59A537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489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BA0329-D571-2046-B671-4122B86BD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830004-9931-E648-90D2-F2C1CC3146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664191-292E-B84F-A47A-FA17DE94EA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E990D3-CA9C-0047-9138-3B4199085A60}" type="datetimeFigureOut">
              <a:rPr lang="en-US" smtClean="0"/>
              <a:t>11/7/20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43B56D-1A05-E844-9A48-3A43295F81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FF4E4-90D7-4140-ABB1-74DAE5BA3D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8C690E-51AE-004B-9A45-0A59A537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364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C38F768-35E9-264D-A4FD-57E9B057D185}"/>
              </a:ext>
            </a:extLst>
          </p:cNvPr>
          <p:cNvSpPr/>
          <p:nvPr/>
        </p:nvSpPr>
        <p:spPr>
          <a:xfrm rot="17247458">
            <a:off x="4214008" y="1873229"/>
            <a:ext cx="3164035" cy="4013263"/>
          </a:xfrm>
          <a:prstGeom prst="ellipse">
            <a:avLst/>
          </a:prstGeom>
          <a:solidFill>
            <a:schemeClr val="bg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008D6EB-F4C4-6D4A-A9EC-8745BAC0BC54}"/>
              </a:ext>
            </a:extLst>
          </p:cNvPr>
          <p:cNvCxnSpPr>
            <a:cxnSpLocks/>
          </p:cNvCxnSpPr>
          <p:nvPr/>
        </p:nvCxnSpPr>
        <p:spPr>
          <a:xfrm flipH="1" flipV="1">
            <a:off x="3905233" y="3093643"/>
            <a:ext cx="1914910" cy="7185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6F9E257-0DC2-5240-A43E-B1A935DAD4E3}"/>
              </a:ext>
            </a:extLst>
          </p:cNvPr>
          <p:cNvCxnSpPr>
            <a:cxnSpLocks/>
          </p:cNvCxnSpPr>
          <p:nvPr/>
        </p:nvCxnSpPr>
        <p:spPr>
          <a:xfrm flipV="1">
            <a:off x="5796025" y="2120365"/>
            <a:ext cx="718129" cy="166787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CF2C7AB-3FF7-614E-872E-75E1E6A2EAE6}"/>
              </a:ext>
            </a:extLst>
          </p:cNvPr>
          <p:cNvCxnSpPr>
            <a:cxnSpLocks/>
          </p:cNvCxnSpPr>
          <p:nvPr/>
        </p:nvCxnSpPr>
        <p:spPr>
          <a:xfrm>
            <a:off x="5797257" y="3812208"/>
            <a:ext cx="872195" cy="6688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8864BC7-4DD2-9643-BB01-46EAF76D6AE8}"/>
              </a:ext>
            </a:extLst>
          </p:cNvPr>
          <p:cNvCxnSpPr>
            <a:cxnSpLocks/>
          </p:cNvCxnSpPr>
          <p:nvPr/>
        </p:nvCxnSpPr>
        <p:spPr>
          <a:xfrm flipV="1">
            <a:off x="5797257" y="1548623"/>
            <a:ext cx="22886" cy="225533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586AD7A-3815-914B-BAA1-FC640ADEFE1E}"/>
              </a:ext>
            </a:extLst>
          </p:cNvPr>
          <p:cNvCxnSpPr>
            <a:cxnSpLocks/>
          </p:cNvCxnSpPr>
          <p:nvPr/>
        </p:nvCxnSpPr>
        <p:spPr>
          <a:xfrm>
            <a:off x="5797257" y="3812208"/>
            <a:ext cx="2122926" cy="36400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76BE86C-9156-4F44-820A-90506D1D54EE}"/>
              </a:ext>
            </a:extLst>
          </p:cNvPr>
          <p:cNvCxnSpPr>
            <a:cxnSpLocks/>
          </p:cNvCxnSpPr>
          <p:nvPr/>
        </p:nvCxnSpPr>
        <p:spPr>
          <a:xfrm flipH="1">
            <a:off x="4514833" y="3803959"/>
            <a:ext cx="1282424" cy="95403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1F91A7A-4C30-4F47-B861-DC32C20650C5}"/>
                  </a:ext>
                </a:extLst>
              </p:cNvPr>
              <p:cNvSpPr txBox="1"/>
              <p:nvPr/>
            </p:nvSpPr>
            <p:spPr>
              <a:xfrm>
                <a:off x="3435259" y="2748971"/>
                <a:ext cx="48769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1F91A7A-4C30-4F47-B861-DC32C20650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5259" y="2748971"/>
                <a:ext cx="487698" cy="492443"/>
              </a:xfrm>
              <a:prstGeom prst="rect">
                <a:avLst/>
              </a:prstGeom>
              <a:blipFill>
                <a:blip r:embed="rId2"/>
                <a:stretch>
                  <a:fillRect l="-12500" t="-20000" r="-500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9631BC6-AFA4-CD4F-A439-CF9D57326811}"/>
                  </a:ext>
                </a:extLst>
              </p:cNvPr>
              <p:cNvSpPr txBox="1"/>
              <p:nvPr/>
            </p:nvSpPr>
            <p:spPr>
              <a:xfrm>
                <a:off x="6268927" y="4396003"/>
                <a:ext cx="49045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9631BC6-AFA4-CD4F-A439-CF9D57326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8927" y="4396003"/>
                <a:ext cx="490454" cy="492443"/>
              </a:xfrm>
              <a:prstGeom prst="rect">
                <a:avLst/>
              </a:prstGeom>
              <a:blipFill>
                <a:blip r:embed="rId3"/>
                <a:stretch>
                  <a:fillRect l="-17500" t="-23077" r="-5000" b="-256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EDF3562-770B-1340-9606-8EAE3DC04CDD}"/>
                  </a:ext>
                </a:extLst>
              </p:cNvPr>
              <p:cNvSpPr txBox="1"/>
              <p:nvPr/>
            </p:nvSpPr>
            <p:spPr>
              <a:xfrm>
                <a:off x="6528164" y="1751194"/>
                <a:ext cx="46243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EDF3562-770B-1340-9606-8EAE3DC04C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8164" y="1751194"/>
                <a:ext cx="462434" cy="492443"/>
              </a:xfrm>
              <a:prstGeom prst="rect">
                <a:avLst/>
              </a:prstGeom>
              <a:blipFill>
                <a:blip r:embed="rId4"/>
                <a:stretch>
                  <a:fillRect l="-10811" t="-20000" r="-540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Arc 43">
            <a:extLst>
              <a:ext uri="{FF2B5EF4-FFF2-40B4-BE49-F238E27FC236}">
                <a16:creationId xmlns:a16="http://schemas.microsoft.com/office/drawing/2014/main" id="{47BE3EF0-D17A-E340-ACB9-979FFE42C86C}"/>
              </a:ext>
            </a:extLst>
          </p:cNvPr>
          <p:cNvSpPr/>
          <p:nvPr/>
        </p:nvSpPr>
        <p:spPr>
          <a:xfrm rot="451223">
            <a:off x="6033824" y="954779"/>
            <a:ext cx="679678" cy="514608"/>
          </a:xfrm>
          <a:prstGeom prst="arc">
            <a:avLst>
              <a:gd name="adj1" fmla="val 10159842"/>
              <a:gd name="adj2" fmla="val 2760651"/>
            </a:avLst>
          </a:prstGeom>
          <a:ln w="38100">
            <a:solidFill>
              <a:srgbClr val="0070C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C6CA9C5F-9E2B-AC42-A1C7-55AD80C5D422}"/>
                  </a:ext>
                </a:extLst>
              </p:cNvPr>
              <p:cNvSpPr txBox="1"/>
              <p:nvPr/>
            </p:nvSpPr>
            <p:spPr>
              <a:xfrm>
                <a:off x="4203980" y="4655572"/>
                <a:ext cx="463525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C6CA9C5F-9E2B-AC42-A1C7-55AD80C5D4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3980" y="4655572"/>
                <a:ext cx="463525" cy="492443"/>
              </a:xfrm>
              <a:prstGeom prst="rect">
                <a:avLst/>
              </a:prstGeom>
              <a:blipFill>
                <a:blip r:embed="rId5"/>
                <a:stretch>
                  <a:fillRect l="-10526" t="-20513" r="-2632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37733693-247E-1644-BAB7-8CCEF0312A90}"/>
                  </a:ext>
                </a:extLst>
              </p:cNvPr>
              <p:cNvSpPr txBox="1"/>
              <p:nvPr/>
            </p:nvSpPr>
            <p:spPr>
              <a:xfrm>
                <a:off x="7451990" y="3592413"/>
                <a:ext cx="46628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37733693-247E-1644-BAB7-8CCEF0312A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1990" y="3592413"/>
                <a:ext cx="466281" cy="492443"/>
              </a:xfrm>
              <a:prstGeom prst="rect">
                <a:avLst/>
              </a:prstGeom>
              <a:blipFill>
                <a:blip r:embed="rId6"/>
                <a:stretch>
                  <a:fillRect l="-18919" t="-20000" r="-5405" b="-2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C89F5E54-61FA-2349-8CEC-F5CDFF69174A}"/>
                  </a:ext>
                </a:extLst>
              </p:cNvPr>
              <p:cNvSpPr txBox="1"/>
              <p:nvPr/>
            </p:nvSpPr>
            <p:spPr>
              <a:xfrm>
                <a:off x="5638903" y="1079377"/>
                <a:ext cx="43826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C89F5E54-61FA-2349-8CEC-F5CDFF6917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903" y="1079377"/>
                <a:ext cx="438262" cy="492443"/>
              </a:xfrm>
              <a:prstGeom prst="rect">
                <a:avLst/>
              </a:prstGeom>
              <a:blipFill>
                <a:blip r:embed="rId7"/>
                <a:stretch>
                  <a:fillRect l="-11429" t="-20000" r="-2857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4430659E-72ED-AA4A-9C26-B6986AD27F4C}"/>
                  </a:ext>
                </a:extLst>
              </p:cNvPr>
              <p:cNvSpPr txBox="1"/>
              <p:nvPr/>
            </p:nvSpPr>
            <p:spPr>
              <a:xfrm>
                <a:off x="6744255" y="833155"/>
                <a:ext cx="33586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sz="32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4430659E-72ED-AA4A-9C26-B6986AD27F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4255" y="833155"/>
                <a:ext cx="335861" cy="492443"/>
              </a:xfrm>
              <a:prstGeom prst="rect">
                <a:avLst/>
              </a:prstGeom>
              <a:blipFill>
                <a:blip r:embed="rId8"/>
                <a:stretch>
                  <a:fillRect l="-25926" r="-25926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92A92D8D-6D45-604D-95D1-60E66CDABB65}"/>
              </a:ext>
            </a:extLst>
          </p:cNvPr>
          <p:cNvCxnSpPr>
            <a:cxnSpLocks/>
          </p:cNvCxnSpPr>
          <p:nvPr/>
        </p:nvCxnSpPr>
        <p:spPr>
          <a:xfrm flipV="1">
            <a:off x="5796025" y="812312"/>
            <a:ext cx="667538" cy="2988123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1035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7</Words>
  <Application>Microsoft Macintosh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Nanayakkara, Thrishantha</dc:creator>
  <cp:lastModifiedBy>Nanayakkara, Thrishantha</cp:lastModifiedBy>
  <cp:revision>15</cp:revision>
  <dcterms:created xsi:type="dcterms:W3CDTF">2020-06-14T13:06:36Z</dcterms:created>
  <dcterms:modified xsi:type="dcterms:W3CDTF">2020-11-07T15:19:38Z</dcterms:modified>
</cp:coreProperties>
</file>