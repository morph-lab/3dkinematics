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2" d="100"/>
          <a:sy n="102" d="100"/>
        </p:scale>
        <p:origin x="19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38A2-2CB9-2347-84F4-164AE2BE6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38B72-0A8F-1B4B-8447-00A3FA9FA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31031-8BB6-CE49-8B4E-7B6716F1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7D6D-308D-DB4B-BF12-1E242E0B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208AE-1D6C-C745-848A-06C5E9F0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1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56638-5952-6F44-A0F4-509960C5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83CC-7403-E342-B8F6-4E8E12ADA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AAE25-E236-7F47-A3E2-E2C6BBB70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8024F-CE48-0B41-A0DA-6B78C76B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2F178-E020-1449-BBA5-42BE777D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63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08D9B-9C4A-3643-801B-1794D107C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D8C7F2-9905-2341-9FA7-672D268D8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3A3E1-A14C-1441-8E42-A63E6A0C9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7DD23-3E65-8745-9505-8E275F642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28AEB-D29C-264E-8617-0816465D2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1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4FA03-C505-0C4E-987B-40AABFCE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31981-42B1-2244-97E1-9CA6E79383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C39E7D-EA1B-FF4B-A95B-68B29B07C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A1135-E142-AA48-8520-25263B2E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A1A73-D5EA-EC4A-8C61-6975430D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EEAC4-403F-D14E-BB88-37A9DA5E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448F-C773-904E-9D1F-CC53CA38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697AD-342F-FB42-85ED-5928423F1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766363-3084-2C42-9C66-96CAD918D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4A5631-D656-C048-85F5-313D9CF72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57F20-3164-7548-AE75-08AEEA86C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6DCABD-5E3F-F943-992B-F163C98D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BFA34-E6F5-8440-9A71-AD649805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F2EA8-FBCE-7540-83EE-29154E15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5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F99C-95E2-594D-AD78-CEE932D5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2B425E-A79E-B946-88FB-DDCDBC25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A76143-037C-DA4F-ADF6-8879270A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FFF3C-E078-B54E-B243-77CBF68C6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14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9C784-F4D1-AA42-ACF1-9E635EC9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CABCE3-48A2-3F44-A33D-637A185E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C8D24-278E-2440-814A-CFDD0C57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99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DD634-8B77-C942-BB0A-DB32C6148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44190-C98C-F343-BE05-5F6B14D1C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1B665-DACF-0B44-B3CF-308954500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57E740-A5C8-4446-AB36-11906067F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47C9E-CA02-A24F-B835-59B93A66A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4A9D2-EB34-A245-8966-9126666A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14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F2BB6-EB99-7345-A42B-EF7F27AC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6ED008-7E6A-5642-B662-47691BA2F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D7DD0-7753-044D-9734-9E5329324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3BCC6-8FC2-804B-BA4E-440A5C7B0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4DBCC-EC2E-E440-9C2E-E4BF1130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05DA1-6AF5-7D43-9330-3D087337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80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A3EC-486F-BB47-85EF-D3222BEE0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3DFA7-A6CF-5849-AD2F-5426A1726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A87C9-BEDE-5048-BDA7-84E4183E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20E98-6D4E-6544-BADA-505A9CFF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D2B87-09CC-2F42-8BAE-6653F44B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56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049C90-E976-5649-BF35-93AE2B4C4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65DCB-3A63-B044-8A1C-B9429734D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9BAE4-B86A-B642-B982-ED091AAE3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2358A-59BF-104F-B851-E62C321BF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EE352-EDCE-E341-9843-D904F05F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4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F692C9-B67C-3144-8A22-CA91F93A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A69BF-109E-3642-B6F9-58BFC7221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AAE2F-F911-484D-93F2-35CF53167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8A62D4-AFFB-034C-91C5-D95CCE071D0D}" type="datetimeFigureOut">
              <a:rPr lang="en-US" smtClean="0"/>
              <a:t>6/16/21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BBE55-3E5E-6349-BED5-E6E6134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24DD9-C122-724F-A8F0-B9274521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900D0-170B-B642-925D-381ADE45F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6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ght-hand rule - Wikipedia">
            <a:extLst>
              <a:ext uri="{FF2B5EF4-FFF2-40B4-BE49-F238E27FC236}">
                <a16:creationId xmlns:a16="http://schemas.microsoft.com/office/drawing/2014/main" id="{BE1F0ADC-690A-AF42-8722-30C20FD63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3" y="972032"/>
            <a:ext cx="4607728" cy="4170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ight and Left Hand Rules - MagLab">
            <a:extLst>
              <a:ext uri="{FF2B5EF4-FFF2-40B4-BE49-F238E27FC236}">
                <a16:creationId xmlns:a16="http://schemas.microsoft.com/office/drawing/2014/main" id="{996E78D7-46AB-F84F-8AB4-DE401416F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553" y="1311384"/>
            <a:ext cx="5151328" cy="3757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ight-hand rule - Wikipedia">
            <a:extLst>
              <a:ext uri="{FF2B5EF4-FFF2-40B4-BE49-F238E27FC236}">
                <a16:creationId xmlns:a16="http://schemas.microsoft.com/office/drawing/2014/main" id="{8A870173-AF1D-5B46-A542-DAAE92C68F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78" r="76513" b="39687"/>
          <a:stretch/>
        </p:blipFill>
        <p:spPr bwMode="auto">
          <a:xfrm rot="1391370">
            <a:off x="5738026" y="1101215"/>
            <a:ext cx="890000" cy="11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ight-hand rule - Wikipedia">
            <a:extLst>
              <a:ext uri="{FF2B5EF4-FFF2-40B4-BE49-F238E27FC236}">
                <a16:creationId xmlns:a16="http://schemas.microsoft.com/office/drawing/2014/main" id="{C9ECD04D-F9E7-5549-9AD2-24449B9D9D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101" b="72173"/>
          <a:stretch/>
        </p:blipFill>
        <p:spPr bwMode="auto">
          <a:xfrm rot="1634558">
            <a:off x="9641616" y="527714"/>
            <a:ext cx="1057214" cy="954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ight-hand rule - Wikipedia">
            <a:extLst>
              <a:ext uri="{FF2B5EF4-FFF2-40B4-BE49-F238E27FC236}">
                <a16:creationId xmlns:a16="http://schemas.microsoft.com/office/drawing/2014/main" id="{3C2184FC-A54E-CD4D-B345-65325B3898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82" r="68187"/>
          <a:stretch/>
        </p:blipFill>
        <p:spPr bwMode="auto">
          <a:xfrm rot="20385741">
            <a:off x="5429796" y="4400092"/>
            <a:ext cx="1205512" cy="133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17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2</cp:revision>
  <dcterms:created xsi:type="dcterms:W3CDTF">2021-06-16T08:13:31Z</dcterms:created>
  <dcterms:modified xsi:type="dcterms:W3CDTF">2021-06-16T08:25:29Z</dcterms:modified>
</cp:coreProperties>
</file>