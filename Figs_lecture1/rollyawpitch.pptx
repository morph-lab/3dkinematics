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7D75-91B0-8843-B7F0-E4CB2A9DD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F0295E-49ED-4E41-9E2E-A604A3028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95A32-C766-3841-966B-CBD260F54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4B470-11BA-F340-B0C4-9686853D9360}" type="datetimeFigureOut">
              <a:rPr lang="en-US" smtClean="0"/>
              <a:t>9/12/20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3D9-30CD-4B4C-ADA4-784F8E9DC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176E4-AAE1-2048-9744-9A38B4633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E01F-E8E4-8E47-B034-65816663D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93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92D8B-C660-7444-83D3-B682084C3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5C844-B9DF-D741-A441-90F51C4EB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ABEE2-9A2A-5648-90CE-2E1C9515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4B470-11BA-F340-B0C4-9686853D9360}" type="datetimeFigureOut">
              <a:rPr lang="en-US" smtClean="0"/>
              <a:t>9/12/20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B0491-A4BF-8C4C-901B-3F0C7121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AA41C-20FC-9E4F-9E6D-FDA7B3FD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E01F-E8E4-8E47-B034-65816663D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94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428BA-110C-D84B-81DE-A1DC118BA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6C7BD-DF88-5A43-82CD-B139090CF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A65F6-A818-3749-A51A-8BA7EC386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4B470-11BA-F340-B0C4-9686853D9360}" type="datetimeFigureOut">
              <a:rPr lang="en-US" smtClean="0"/>
              <a:t>9/12/20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83932-6938-4046-B7CD-B5404F35F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1E3C9-A31E-CE41-AB24-474A05A0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E01F-E8E4-8E47-B034-65816663D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64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8E89D-0565-364E-A21C-1551D25EA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28F0D-76D0-8A4A-A58C-D159BB5F5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181DE-727C-D24E-8B57-98B0F601F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F1AA7-71EE-C74E-9D71-496A07F30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4B470-11BA-F340-B0C4-9686853D9360}" type="datetimeFigureOut">
              <a:rPr lang="en-US" smtClean="0"/>
              <a:t>9/12/20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C76B0-7607-9542-BC41-E408146BD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DBF86-D15D-0F46-A2F3-7C942A9C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E01F-E8E4-8E47-B034-65816663D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4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B01DD-E95C-A449-9F8C-25FAAE1CB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146F2-CAEE-804E-8E7D-E2024F090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B74C1-A35F-9048-BA70-03AEDE2F8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6F264-1CE7-7047-8899-8C4A57AC5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B614BC-34D5-3742-9125-2094BC576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4A7885-CE35-F443-AA05-2B0047DE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4B470-11BA-F340-B0C4-9686853D9360}" type="datetimeFigureOut">
              <a:rPr lang="en-US" smtClean="0"/>
              <a:t>9/12/20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8FF312-27F3-C547-BFF5-448A59408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5389B4-E268-B04F-8F5B-65F6D358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E01F-E8E4-8E47-B034-65816663D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88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883B7-F77A-ED47-890F-FA294F4E3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03F862-D225-5E4E-B9DD-3EC162462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4B470-11BA-F340-B0C4-9686853D9360}" type="datetimeFigureOut">
              <a:rPr lang="en-US" smtClean="0"/>
              <a:t>9/12/20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9D8E1-AED1-B145-A9BE-B02D232B2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1B9C09-589C-8B41-95FF-C382FCEB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E01F-E8E4-8E47-B034-65816663D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03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A4519A-10ED-3840-87E0-950D113E8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4B470-11BA-F340-B0C4-9686853D9360}" type="datetimeFigureOut">
              <a:rPr lang="en-US" smtClean="0"/>
              <a:t>9/12/20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9750C-8D77-5443-88EE-4C3C411B9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1B06A-5D15-4E47-89D3-B353B264B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E01F-E8E4-8E47-B034-65816663D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9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56130-BEB6-3948-BA86-CB80B6063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DC32B-013F-6442-AB0A-E55B93A92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E8948-8103-1842-9A95-7A792745E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09D20-4E7B-C44D-B6AC-057BBAE56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4B470-11BA-F340-B0C4-9686853D9360}" type="datetimeFigureOut">
              <a:rPr lang="en-US" smtClean="0"/>
              <a:t>9/12/20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DCB36-26CA-8B41-BDD0-B83D2A74B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4C286-600D-F448-94EC-2EBABB45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E01F-E8E4-8E47-B034-65816663D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729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38351-BD46-6542-B508-F8D3B82A3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DF42FF-9DE7-0B49-9599-8B13D3A086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2BE32-2B17-1943-AD14-403E2D49C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5D0072-76CE-2840-8727-D0A014240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4B470-11BA-F340-B0C4-9686853D9360}" type="datetimeFigureOut">
              <a:rPr lang="en-US" smtClean="0"/>
              <a:t>9/12/20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3F6CB-D200-5843-8821-51B6BF14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6A782-5141-EE4B-A507-8812E1505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E01F-E8E4-8E47-B034-65816663D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3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6ECC-7A81-344D-9FE1-4ABED51D0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FD9F2-11A5-F949-AA88-1B3FAE356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CA745-1AA0-994F-BC0C-326B2E99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4B470-11BA-F340-B0C4-9686853D9360}" type="datetimeFigureOut">
              <a:rPr lang="en-US" smtClean="0"/>
              <a:t>9/12/20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45539-865A-5A4A-9C7A-03768575C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EAFF5-3799-9749-8D86-E745F7A3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E01F-E8E4-8E47-B034-65816663D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70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236183-9B4C-3147-A968-C00E177322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CC504-C921-2B49-B73F-4C56D9218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0F587-56C1-DF4A-AC03-0330D3DA8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4B470-11BA-F340-B0C4-9686853D9360}" type="datetimeFigureOut">
              <a:rPr lang="en-US" smtClean="0"/>
              <a:t>9/12/20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1C979-F6FD-B740-B8EE-60FA09E4D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3801B-2767-254B-A26F-45A3FF76A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E01F-E8E4-8E47-B034-65816663D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78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650CE1-4E0C-2141-8D7D-2C44962FA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0E980-50F1-F44C-8CB5-B283EE898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239E5-392C-0B48-AF78-1DE102DC57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4B470-11BA-F340-B0C4-9686853D9360}" type="datetimeFigureOut">
              <a:rPr lang="en-US" smtClean="0"/>
              <a:t>9/12/20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8A64A-6208-BA45-A7AE-F36EE3302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03075-B482-2F4A-B424-481C46070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3E01F-E8E4-8E47-B034-65816663D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54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9FD089-E54F-394F-818B-3FE945BE4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669059" y="1000408"/>
            <a:ext cx="5369896" cy="461544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966694-9724-ED45-8548-844261950438}"/>
              </a:ext>
            </a:extLst>
          </p:cNvPr>
          <p:cNvCxnSpPr/>
          <p:nvPr/>
        </p:nvCxnSpPr>
        <p:spPr>
          <a:xfrm flipH="1">
            <a:off x="2965622" y="3429000"/>
            <a:ext cx="1470454" cy="21624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4FF4AA-E480-BF44-9DD4-3E6465E2F953}"/>
              </a:ext>
            </a:extLst>
          </p:cNvPr>
          <p:cNvCxnSpPr>
            <a:cxnSpLocks/>
          </p:cNvCxnSpPr>
          <p:nvPr/>
        </p:nvCxnSpPr>
        <p:spPr>
          <a:xfrm flipV="1">
            <a:off x="4436076" y="2298357"/>
            <a:ext cx="0" cy="113064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6964CF-4D57-2241-9F3A-B345F4AD075A}"/>
              </a:ext>
            </a:extLst>
          </p:cNvPr>
          <p:cNvCxnSpPr>
            <a:cxnSpLocks/>
          </p:cNvCxnSpPr>
          <p:nvPr/>
        </p:nvCxnSpPr>
        <p:spPr>
          <a:xfrm>
            <a:off x="4411658" y="3424882"/>
            <a:ext cx="765531" cy="22448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C66050-17CC-704D-A553-3F64E5669E5A}"/>
                  </a:ext>
                </a:extLst>
              </p:cNvPr>
              <p:cNvSpPr txBox="1"/>
              <p:nvPr/>
            </p:nvSpPr>
            <p:spPr>
              <a:xfrm>
                <a:off x="4859568" y="3142503"/>
                <a:ext cx="32342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200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C66050-17CC-704D-A553-3F64E5669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568" y="3142503"/>
                <a:ext cx="323422" cy="492443"/>
              </a:xfrm>
              <a:prstGeom prst="rect">
                <a:avLst/>
              </a:prstGeom>
              <a:blipFill>
                <a:blip r:embed="rId3"/>
                <a:stretch>
                  <a:fillRect l="-15385"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96561F-7CC0-AB48-B1FF-72F77904F41C}"/>
                  </a:ext>
                </a:extLst>
              </p:cNvPr>
              <p:cNvSpPr txBox="1"/>
              <p:nvPr/>
            </p:nvSpPr>
            <p:spPr>
              <a:xfrm>
                <a:off x="2622448" y="3364010"/>
                <a:ext cx="32919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96561F-7CC0-AB48-B1FF-72F77904F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448" y="3364010"/>
                <a:ext cx="329193" cy="492443"/>
              </a:xfrm>
              <a:prstGeom prst="rect">
                <a:avLst/>
              </a:prstGeom>
              <a:blipFill>
                <a:blip r:embed="rId4"/>
                <a:stretch>
                  <a:fillRect l="-26923" r="-26923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9F4334-1158-C049-8812-034966A80EA7}"/>
                  </a:ext>
                </a:extLst>
              </p:cNvPr>
              <p:cNvSpPr txBox="1"/>
              <p:nvPr/>
            </p:nvSpPr>
            <p:spPr>
              <a:xfrm>
                <a:off x="4364926" y="1820972"/>
                <a:ext cx="29873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9F4334-1158-C049-8812-034966A80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926" y="1820972"/>
                <a:ext cx="298735" cy="492443"/>
              </a:xfrm>
              <a:prstGeom prst="rect">
                <a:avLst/>
              </a:prstGeom>
              <a:blipFill>
                <a:blip r:embed="rId5"/>
                <a:stretch>
                  <a:fillRect l="-16667"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c 14">
            <a:extLst>
              <a:ext uri="{FF2B5EF4-FFF2-40B4-BE49-F238E27FC236}">
                <a16:creationId xmlns:a16="http://schemas.microsoft.com/office/drawing/2014/main" id="{F9CBDA7B-3C85-4348-85DC-96D4AB47DBCF}"/>
              </a:ext>
            </a:extLst>
          </p:cNvPr>
          <p:cNvSpPr/>
          <p:nvPr/>
        </p:nvSpPr>
        <p:spPr>
          <a:xfrm>
            <a:off x="4740878" y="3051721"/>
            <a:ext cx="686010" cy="1238764"/>
          </a:xfrm>
          <a:prstGeom prst="arc">
            <a:avLst>
              <a:gd name="adj1" fmla="val 9886454"/>
              <a:gd name="adj2" fmla="val 0"/>
            </a:avLst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3937DC-8488-6440-A0F4-8067E47E21E6}"/>
              </a:ext>
            </a:extLst>
          </p:cNvPr>
          <p:cNvSpPr txBox="1"/>
          <p:nvPr/>
        </p:nvSpPr>
        <p:spPr>
          <a:xfrm>
            <a:off x="5301680" y="2993994"/>
            <a:ext cx="17546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Roll-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279A52-5550-1446-99C0-C44DA9552186}"/>
                  </a:ext>
                </a:extLst>
              </p:cNvPr>
              <p:cNvSpPr txBox="1"/>
              <p:nvPr/>
            </p:nvSpPr>
            <p:spPr>
              <a:xfrm>
                <a:off x="6114648" y="2972939"/>
                <a:ext cx="32040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279A52-5550-1446-99C0-C44DA9552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4648" y="2972939"/>
                <a:ext cx="320409" cy="492443"/>
              </a:xfrm>
              <a:prstGeom prst="rect">
                <a:avLst/>
              </a:prstGeom>
              <a:blipFill>
                <a:blip r:embed="rId6"/>
                <a:stretch>
                  <a:fillRect l="-28000" r="-24000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c 17">
            <a:extLst>
              <a:ext uri="{FF2B5EF4-FFF2-40B4-BE49-F238E27FC236}">
                <a16:creationId xmlns:a16="http://schemas.microsoft.com/office/drawing/2014/main" id="{F182C186-B554-544E-80D6-0F2151990BB2}"/>
              </a:ext>
            </a:extLst>
          </p:cNvPr>
          <p:cNvSpPr/>
          <p:nvPr/>
        </p:nvSpPr>
        <p:spPr>
          <a:xfrm rot="16200000">
            <a:off x="4256058" y="2185298"/>
            <a:ext cx="311200" cy="1238764"/>
          </a:xfrm>
          <a:prstGeom prst="arc">
            <a:avLst>
              <a:gd name="adj1" fmla="val 9886454"/>
              <a:gd name="adj2" fmla="val 0"/>
            </a:avLst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9DD927-20BD-694B-9466-F2F5F5F175C5}"/>
              </a:ext>
            </a:extLst>
          </p:cNvPr>
          <p:cNvSpPr txBox="1"/>
          <p:nvPr/>
        </p:nvSpPr>
        <p:spPr>
          <a:xfrm>
            <a:off x="3092796" y="2183325"/>
            <a:ext cx="17546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Yaw-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5F2642-0673-0040-8B39-E55EE2513EC0}"/>
                  </a:ext>
                </a:extLst>
              </p:cNvPr>
              <p:cNvSpPr txBox="1"/>
              <p:nvPr/>
            </p:nvSpPr>
            <p:spPr>
              <a:xfrm>
                <a:off x="3917917" y="2213685"/>
                <a:ext cx="3522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5F2642-0673-0040-8B39-E55EE2513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917" y="2213685"/>
                <a:ext cx="352276" cy="492443"/>
              </a:xfrm>
              <a:prstGeom prst="rect">
                <a:avLst/>
              </a:prstGeom>
              <a:blipFill>
                <a:blip r:embed="rId7"/>
                <a:stretch>
                  <a:fillRect l="-14286"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c 20">
            <a:extLst>
              <a:ext uri="{FF2B5EF4-FFF2-40B4-BE49-F238E27FC236}">
                <a16:creationId xmlns:a16="http://schemas.microsoft.com/office/drawing/2014/main" id="{83E5DA7D-E53F-2C4D-93C6-AB055F644403}"/>
              </a:ext>
            </a:extLst>
          </p:cNvPr>
          <p:cNvSpPr/>
          <p:nvPr/>
        </p:nvSpPr>
        <p:spPr>
          <a:xfrm>
            <a:off x="3116566" y="2863678"/>
            <a:ext cx="431812" cy="1238764"/>
          </a:xfrm>
          <a:prstGeom prst="arc">
            <a:avLst>
              <a:gd name="adj1" fmla="val 9886454"/>
              <a:gd name="adj2" fmla="val 4488755"/>
            </a:avLst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3C47C9-0B4A-4741-855B-789EED90B733}"/>
              </a:ext>
            </a:extLst>
          </p:cNvPr>
          <p:cNvSpPr txBox="1"/>
          <p:nvPr/>
        </p:nvSpPr>
        <p:spPr>
          <a:xfrm>
            <a:off x="1715716" y="2880096"/>
            <a:ext cx="17546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Pitch-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F792DF5-B404-F548-B8C4-FC0DB40D6728}"/>
                  </a:ext>
                </a:extLst>
              </p:cNvPr>
              <p:cNvSpPr txBox="1"/>
              <p:nvPr/>
            </p:nvSpPr>
            <p:spPr>
              <a:xfrm>
                <a:off x="2748803" y="2932613"/>
                <a:ext cx="35387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F792DF5-B404-F548-B8C4-FC0DB40D6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803" y="2932613"/>
                <a:ext cx="353878" cy="492443"/>
              </a:xfrm>
              <a:prstGeom prst="rect">
                <a:avLst/>
              </a:prstGeom>
              <a:blipFill>
                <a:blip r:embed="rId8"/>
                <a:stretch>
                  <a:fillRect l="-39286" r="-357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2513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2</cp:revision>
  <dcterms:created xsi:type="dcterms:W3CDTF">2020-09-12T20:59:54Z</dcterms:created>
  <dcterms:modified xsi:type="dcterms:W3CDTF">2020-09-12T21:15:11Z</dcterms:modified>
</cp:coreProperties>
</file>