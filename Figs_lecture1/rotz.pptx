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B0BB-1333-424F-8356-D3F777461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D1E9F-BA7B-FE47-8930-ECE2F2093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4B2-79E9-8D44-B6D1-74FE77E2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F844-43F6-894E-B1A3-521A8E26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6A863-B6BF-8D4C-8ACB-F874655F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8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D190-7541-D54E-B36A-2204453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2166-9E46-9F4C-A23C-8653C4C2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5CD58-628C-364A-81E4-A2BB3A58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EE373-0EA8-8644-9922-4C00372B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1243-505F-B54C-964F-3141CA0E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40B9-F52C-874B-825A-F83B73DC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BBA2-983D-F144-BDEE-FD89593A9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86FD-A804-A646-94A3-946BEB83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7C26-56BE-FD45-A053-FF62513B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ADAF-D5F4-5140-B0BF-296A0457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376E-BB9B-0E4D-A2BB-2E64DC45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B5CB-84B8-FA44-AE8F-615E37D29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4B38D-77AC-A849-BD26-8BE972796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B06A6-EA06-E342-B9F0-175A88FF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F0E33-C577-C74B-8B64-FA07746F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DEF2-0917-4942-8484-A535E911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55D-0FBF-3640-A518-9D0FC4F6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B3C9E-2D4F-B540-80AF-47B43CF5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4F80A-373E-0A48-8D18-3307411A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07745-958D-ED4E-8CD2-857A33B32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B853C-09F6-B14E-B308-E7836BA36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121A6-D449-584E-859B-87A1B2E5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8F154-A2B5-FB4D-AC77-6CECF808B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5712E-20D1-C14E-8278-01D9379D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4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7EA7C-409A-E041-B143-24B6E61C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8AAD1-23B4-134E-9348-5BC24DA7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6B5A0-CC44-484C-9B24-BAFEAEC7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CA17-1BF4-1142-8890-BC56BD2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627D5-4197-134A-B7CF-A48BB3ED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8A504-FFC1-E946-BAA3-3E3F2D74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32AA-0097-0249-8FBD-59ED0593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E99B-85FC-E844-96CA-89A421C6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6353-6803-A34F-B63A-4C203D9DD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C67FA-A6F6-0B41-83CC-674D94508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4B7B-B49F-0741-BD20-9214F3CC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39C1-0F67-BB4B-8ABC-347B87A0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119A5-684B-1044-8017-CA7ED970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C4E9-37DF-2143-A36A-F84CC3E0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7FCD2-E880-EA42-82A1-B70C1678A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55BD6-6C8A-3F4F-ACE6-D21A26001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58662-4E95-8041-9008-AAEBB476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B01DB-C0F6-8043-A1BE-BD3AA8F3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AA80-8842-4C47-94F9-DA0153CC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80C6-D0F8-4149-BD1B-277AFB51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DAB3B-12DA-0844-92DE-2099F8B1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A471-5DBE-724A-B8F9-1AEE5F2B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0131-4EE1-1147-AC38-060EC4D8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EBBAD-EB3B-C34C-88FE-6C7A926C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2F644-1E87-FE43-A5BB-77F6B33B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C88D-06E8-9F4B-AC66-C86675DD5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1CE7-9CF8-BD41-9958-21CE8C2E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AD23-69EA-A94A-A878-7439421E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D995-042D-EB43-8773-6E6AC303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8A307-BDB7-4B43-A3A7-DB9B8E16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5558-61B3-CC45-961B-CAEE3794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6F0F-E574-7C49-90A0-B7A43D4B6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7584-2EA0-C740-A200-8BFC6EC4B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59BF-850D-194E-B386-76E113C0C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1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E3857-2BE5-924A-A8B9-EF700FB15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338" y="598550"/>
            <a:ext cx="7112000" cy="5334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35869F-738A-034E-A592-47B734C7B9F9}"/>
              </a:ext>
            </a:extLst>
          </p:cNvPr>
          <p:cNvCxnSpPr/>
          <p:nvPr/>
        </p:nvCxnSpPr>
        <p:spPr>
          <a:xfrm flipV="1">
            <a:off x="1625499" y="1526942"/>
            <a:ext cx="0" cy="3002691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5AB470-6E5F-8441-A140-E85A5672B5A5}"/>
              </a:ext>
            </a:extLst>
          </p:cNvPr>
          <p:cNvCxnSpPr>
            <a:cxnSpLocks/>
          </p:cNvCxnSpPr>
          <p:nvPr/>
        </p:nvCxnSpPr>
        <p:spPr>
          <a:xfrm flipV="1">
            <a:off x="1625499" y="4529632"/>
            <a:ext cx="3419839" cy="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274F39-C69D-BE4C-A57E-D2A05C0E6FE7}"/>
              </a:ext>
            </a:extLst>
          </p:cNvPr>
          <p:cNvCxnSpPr>
            <a:cxnSpLocks/>
          </p:cNvCxnSpPr>
          <p:nvPr/>
        </p:nvCxnSpPr>
        <p:spPr>
          <a:xfrm flipH="1" flipV="1">
            <a:off x="247366" y="2001469"/>
            <a:ext cx="1378132" cy="2528163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B7B5C-2029-824D-A2BB-8442E29B270D}"/>
              </a:ext>
            </a:extLst>
          </p:cNvPr>
          <p:cNvCxnSpPr>
            <a:cxnSpLocks/>
          </p:cNvCxnSpPr>
          <p:nvPr/>
        </p:nvCxnSpPr>
        <p:spPr>
          <a:xfrm flipV="1">
            <a:off x="1625498" y="2963162"/>
            <a:ext cx="2946869" cy="1566470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138AB2CA-05A0-2049-8CA7-D56659E4DF7F}"/>
              </a:ext>
            </a:extLst>
          </p:cNvPr>
          <p:cNvSpPr/>
          <p:nvPr/>
        </p:nvSpPr>
        <p:spPr>
          <a:xfrm>
            <a:off x="1371972" y="3746397"/>
            <a:ext cx="1166649" cy="1213941"/>
          </a:xfrm>
          <a:prstGeom prst="arc">
            <a:avLst>
              <a:gd name="adj1" fmla="val 19806073"/>
              <a:gd name="adj2" fmla="val 100826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/>
              <p:nvPr/>
            </p:nvSpPr>
            <p:spPr>
              <a:xfrm>
                <a:off x="2202760" y="4107145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760" y="4107145"/>
                <a:ext cx="352276" cy="492443"/>
              </a:xfrm>
              <a:prstGeom prst="rect">
                <a:avLst/>
              </a:prstGeom>
              <a:blipFill>
                <a:blip r:embed="rId3"/>
                <a:stretch>
                  <a:fillRect l="-13793"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/>
              <p:nvPr/>
            </p:nvSpPr>
            <p:spPr>
              <a:xfrm>
                <a:off x="1304596" y="3645571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596" y="3645571"/>
                <a:ext cx="352276" cy="492443"/>
              </a:xfrm>
              <a:prstGeom prst="rect">
                <a:avLst/>
              </a:prstGeom>
              <a:blipFill>
                <a:blip r:embed="rId4"/>
                <a:stretch>
                  <a:fillRect l="-13793" r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c 18">
            <a:extLst>
              <a:ext uri="{FF2B5EF4-FFF2-40B4-BE49-F238E27FC236}">
                <a16:creationId xmlns:a16="http://schemas.microsoft.com/office/drawing/2014/main" id="{ADC967DD-FD55-214D-958F-D4328EA6AAF7}"/>
              </a:ext>
            </a:extLst>
          </p:cNvPr>
          <p:cNvSpPr/>
          <p:nvPr/>
        </p:nvSpPr>
        <p:spPr>
          <a:xfrm rot="18214561">
            <a:off x="1023306" y="3654537"/>
            <a:ext cx="1019503" cy="966952"/>
          </a:xfrm>
          <a:prstGeom prst="arc">
            <a:avLst>
              <a:gd name="adj1" fmla="val 17230221"/>
              <a:gd name="adj2" fmla="val 2038612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/>
              <p:nvPr/>
            </p:nvSpPr>
            <p:spPr>
              <a:xfrm>
                <a:off x="5045338" y="4337654"/>
                <a:ext cx="44012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338" y="4337654"/>
                <a:ext cx="440120" cy="492443"/>
              </a:xfrm>
              <a:prstGeom prst="rect">
                <a:avLst/>
              </a:prstGeom>
              <a:blipFill>
                <a:blip r:embed="rId5"/>
                <a:stretch>
                  <a:fillRect l="-13889" t="-20000" r="-5556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/>
              <p:nvPr/>
            </p:nvSpPr>
            <p:spPr>
              <a:xfrm>
                <a:off x="4555792" y="2716939"/>
                <a:ext cx="438838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92" y="2716939"/>
                <a:ext cx="438838" cy="532005"/>
              </a:xfrm>
              <a:prstGeom prst="rect">
                <a:avLst/>
              </a:prstGeom>
              <a:blipFill>
                <a:blip r:embed="rId6"/>
                <a:stretch>
                  <a:fillRect l="-11111" t="-21429" r="-11111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/>
              <p:nvPr/>
            </p:nvSpPr>
            <p:spPr>
              <a:xfrm>
                <a:off x="1694070" y="1280720"/>
                <a:ext cx="44287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070" y="1280720"/>
                <a:ext cx="442877" cy="492443"/>
              </a:xfrm>
              <a:prstGeom prst="rect">
                <a:avLst/>
              </a:prstGeom>
              <a:blipFill>
                <a:blip r:embed="rId7"/>
                <a:stretch>
                  <a:fillRect l="-22222" t="-20000" r="-555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/>
              <p:nvPr/>
            </p:nvSpPr>
            <p:spPr>
              <a:xfrm>
                <a:off x="163818" y="1517984"/>
                <a:ext cx="454548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18" y="1517984"/>
                <a:ext cx="454548" cy="532005"/>
              </a:xfrm>
              <a:prstGeom prst="rect">
                <a:avLst/>
              </a:prstGeom>
              <a:blipFill>
                <a:blip r:embed="rId8"/>
                <a:stretch>
                  <a:fillRect l="-18919" t="-18605" r="-13514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58BDFC-07B0-F844-A89B-D1F4C8173AF6}"/>
              </a:ext>
            </a:extLst>
          </p:cNvPr>
          <p:cNvCxnSpPr>
            <a:cxnSpLocks/>
          </p:cNvCxnSpPr>
          <p:nvPr/>
        </p:nvCxnSpPr>
        <p:spPr>
          <a:xfrm>
            <a:off x="1640457" y="4138013"/>
            <a:ext cx="3148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5A0815-850C-7E46-B2F3-D0E989E6105A}"/>
              </a:ext>
            </a:extLst>
          </p:cNvPr>
          <p:cNvCxnSpPr>
            <a:cxnSpLocks/>
          </p:cNvCxnSpPr>
          <p:nvPr/>
        </p:nvCxnSpPr>
        <p:spPr>
          <a:xfrm>
            <a:off x="1955296" y="4138013"/>
            <a:ext cx="0" cy="391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F4B3E0-4AE5-034A-9138-5F2938D06C67}"/>
              </a:ext>
            </a:extLst>
          </p:cNvPr>
          <p:cNvCxnSpPr>
            <a:cxnSpLocks/>
          </p:cNvCxnSpPr>
          <p:nvPr/>
        </p:nvCxnSpPr>
        <p:spPr>
          <a:xfrm flipV="1">
            <a:off x="1507845" y="4181430"/>
            <a:ext cx="199988" cy="1217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D6C8A2-B2EB-994B-960E-414153EC02B5}"/>
              </a:ext>
            </a:extLst>
          </p:cNvPr>
          <p:cNvCxnSpPr>
            <a:cxnSpLocks/>
          </p:cNvCxnSpPr>
          <p:nvPr/>
        </p:nvCxnSpPr>
        <p:spPr>
          <a:xfrm>
            <a:off x="1692874" y="4181430"/>
            <a:ext cx="131882" cy="2458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5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4</cp:revision>
  <dcterms:created xsi:type="dcterms:W3CDTF">2020-06-14T07:54:11Z</dcterms:created>
  <dcterms:modified xsi:type="dcterms:W3CDTF">2021-07-17T20:26:51Z</dcterms:modified>
</cp:coreProperties>
</file>