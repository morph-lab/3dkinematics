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722DF-2ABA-D748-B44E-0CB5C19629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05DAD0-808C-DA44-B9C8-A8DB1A1B5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FBE1A-765A-CC4A-B41B-4691E34B5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A4318-C398-7447-B3A9-8B917709D73E}" type="datetimeFigureOut">
              <a:rPr lang="en-US" smtClean="0"/>
              <a:t>12/3/20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2D036-257D-014F-8FC1-0E5405FF0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0977D-F789-354B-B41D-214D71D3B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E261B-0A86-3E43-8794-C8C84438A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070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BE17D-8DB9-4D4B-AA66-C87D31D29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F48C8-ABF1-D34C-9DD6-BF4ECFE76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4C94C-DF4F-6F49-A13B-6DEEAE254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A4318-C398-7447-B3A9-8B917709D73E}" type="datetimeFigureOut">
              <a:rPr lang="en-US" smtClean="0"/>
              <a:t>12/3/20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15564-8A7D-6842-A461-E1FD32877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AE046-A13A-9942-A03C-44C754C33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E261B-0A86-3E43-8794-C8C84438A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279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E2EA8-2305-624D-8FD3-732DA05B8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0AE9F0-41BF-9F41-813D-F74CC64A0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B51C8-99D4-D740-A19D-9B9F7A2A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A4318-C398-7447-B3A9-8B917709D73E}" type="datetimeFigureOut">
              <a:rPr lang="en-US" smtClean="0"/>
              <a:t>12/3/20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19C6C-D747-A145-BF5A-97F393965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913A1-AECB-0340-B83E-19C2D0FD6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E261B-0A86-3E43-8794-C8C84438A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47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35018-27F2-264A-8969-C03CFFA05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002CF-1377-9E40-8627-98B6285019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89A52-79E4-624B-871F-F5ADAA89E7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28339-C5EF-114F-8DE5-7A94FCFF0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A4318-C398-7447-B3A9-8B917709D73E}" type="datetimeFigureOut">
              <a:rPr lang="en-US" smtClean="0"/>
              <a:t>12/3/20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EFAE30-C57E-B040-BA82-E350BCBCD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137036-1D7E-CA41-ADFA-2168A42FD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E261B-0A86-3E43-8794-C8C84438A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005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07CD4-5781-CC48-9B67-DBEC2F909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B4CF3E-F773-8141-8B45-8BB68805B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82BA04-25EC-C445-BC8F-755766E8C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9C44B1-A87A-7C44-B1FA-3C6EA1183A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95E485-BF92-E745-B31B-02CB2FF44C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597882-0B42-0E42-AECE-45D59578B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A4318-C398-7447-B3A9-8B917709D73E}" type="datetimeFigureOut">
              <a:rPr lang="en-US" smtClean="0"/>
              <a:t>12/3/20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8DA691-CDCF-3644-87C2-F804736A1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AF1A3-B20D-6E4B-A80B-93A8BD57D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E261B-0A86-3E43-8794-C8C84438A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520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BFE3B-13AB-914C-B0CA-4FA6B3CAE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D59F55-2450-874F-8D6A-6714CDCBF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A4318-C398-7447-B3A9-8B917709D73E}" type="datetimeFigureOut">
              <a:rPr lang="en-US" smtClean="0"/>
              <a:t>12/3/20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87F55D-4477-2649-BBA9-E53075D55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55D426-00D8-0449-81D3-A354248E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E261B-0A86-3E43-8794-C8C84438A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449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047EDD-8B1F-4948-BC54-96467C6F7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A4318-C398-7447-B3A9-8B917709D73E}" type="datetimeFigureOut">
              <a:rPr lang="en-US" smtClean="0"/>
              <a:t>12/3/20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066DA-0599-994C-870F-F159EFE08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8E2CE7-EABD-BD4D-8D64-C8D94C0B3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E261B-0A86-3E43-8794-C8C84438A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098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8FB35-69C0-7F42-B9B2-FBA60B505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A9DE1-FE0A-E741-AC25-FB1C7454F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76EA6-1D3C-6F4D-BAC2-551B8E455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9E0998-D352-F84F-A5FF-B254B6D2E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A4318-C398-7447-B3A9-8B917709D73E}" type="datetimeFigureOut">
              <a:rPr lang="en-US" smtClean="0"/>
              <a:t>12/3/20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45396-1790-AE40-88A7-895045260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B6B9C-78DD-654D-8033-EB99A49F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E261B-0A86-3E43-8794-C8C84438A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830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372F8-3FEF-0043-99ED-82CFAD5E2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F4F32-9FAB-5844-94DC-F7193705FC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B1146D-8701-9142-A40E-2F7C71CE5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9BF647-74D6-7E4F-BC49-E6412A901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A4318-C398-7447-B3A9-8B917709D73E}" type="datetimeFigureOut">
              <a:rPr lang="en-US" smtClean="0"/>
              <a:t>12/3/20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0B3A9C-2C20-8440-B4D7-F6518141B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511707-02BC-DF41-AFAD-A60B33E52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E261B-0A86-3E43-8794-C8C84438A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357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66C03-0716-5D42-9420-C83F66A16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BB90E4-97CB-FF4F-B99B-0CC5BF0A4C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8C773-4900-B44C-87BC-6ACB8F057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A4318-C398-7447-B3A9-8B917709D73E}" type="datetimeFigureOut">
              <a:rPr lang="en-US" smtClean="0"/>
              <a:t>12/3/20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8EE83-2527-0E4D-B1FB-B3436C0F8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93954-6A48-AC4E-B1AD-90953750A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E261B-0A86-3E43-8794-C8C84438A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59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594B5D-D614-CB41-86B4-A1CB6208F1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1770E6-56A6-5C4B-8B1F-3BA3C3848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B9AC9-F9D0-5B41-A4DA-09B53E729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A4318-C398-7447-B3A9-8B917709D73E}" type="datetimeFigureOut">
              <a:rPr lang="en-US" smtClean="0"/>
              <a:t>12/3/20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014FD-1DB2-1B4A-A7DF-5EDB45356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B8230-FD16-0E45-86F6-3FF68B708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E261B-0A86-3E43-8794-C8C84438A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076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B0A2ED-7E59-8549-804C-E57246D43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27880-DD2B-074A-9C68-B6B02BD22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05B51-2EBB-4147-B6AD-9089ABD02F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A4318-C398-7447-B3A9-8B917709D73E}" type="datetimeFigureOut">
              <a:rPr lang="en-US" smtClean="0"/>
              <a:t>12/3/20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6BC7B-FE86-EA46-A1E8-F62B6D53C7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DD451-AD5C-0D46-B3A4-95F1CA7640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6E261B-0A86-3E43-8794-C8C84438A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639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person, sitting, man, woman&#10;&#10;Description automatically generated">
            <a:extLst>
              <a:ext uri="{FF2B5EF4-FFF2-40B4-BE49-F238E27FC236}">
                <a16:creationId xmlns:a16="http://schemas.microsoft.com/office/drawing/2014/main" id="{A112EE7D-974E-204C-838C-E7D2BD2BF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800" y="114300"/>
            <a:ext cx="8026400" cy="66294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CB89D11-DE94-964E-A3E8-4FB6AB66B9F6}"/>
              </a:ext>
            </a:extLst>
          </p:cNvPr>
          <p:cNvCxnSpPr>
            <a:cxnSpLocks/>
          </p:cNvCxnSpPr>
          <p:nvPr/>
        </p:nvCxnSpPr>
        <p:spPr>
          <a:xfrm flipV="1">
            <a:off x="7562335" y="816187"/>
            <a:ext cx="616465" cy="6114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278B02D-0EBE-EC41-9270-909BD2A563A9}"/>
              </a:ext>
            </a:extLst>
          </p:cNvPr>
          <p:cNvCxnSpPr>
            <a:cxnSpLocks/>
          </p:cNvCxnSpPr>
          <p:nvPr/>
        </p:nvCxnSpPr>
        <p:spPr>
          <a:xfrm flipH="1" flipV="1">
            <a:off x="7338907" y="650240"/>
            <a:ext cx="250522" cy="22709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37456B7-70A6-6347-B127-C0936572F5F9}"/>
              </a:ext>
            </a:extLst>
          </p:cNvPr>
          <p:cNvCxnSpPr>
            <a:cxnSpLocks/>
          </p:cNvCxnSpPr>
          <p:nvPr/>
        </p:nvCxnSpPr>
        <p:spPr>
          <a:xfrm flipV="1">
            <a:off x="7582655" y="470746"/>
            <a:ext cx="0" cy="42013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2DDC3D0-B061-AF47-81C9-3995604FC7CC}"/>
                  </a:ext>
                </a:extLst>
              </p:cNvPr>
              <p:cNvSpPr txBox="1"/>
              <p:nvPr/>
            </p:nvSpPr>
            <p:spPr>
              <a:xfrm>
                <a:off x="8149460" y="517563"/>
                <a:ext cx="54617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2DDC3D0-B061-AF47-81C9-3995604FC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9460" y="517563"/>
                <a:ext cx="546175" cy="492443"/>
              </a:xfrm>
              <a:prstGeom prst="rect">
                <a:avLst/>
              </a:prstGeom>
              <a:blipFill>
                <a:blip r:embed="rId3"/>
                <a:stretch>
                  <a:fillRect l="-11364" t="-20000" r="-2273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5902825-E398-A742-B3C9-20E7C2B4B506}"/>
                  </a:ext>
                </a:extLst>
              </p:cNvPr>
              <p:cNvSpPr txBox="1"/>
              <p:nvPr/>
            </p:nvSpPr>
            <p:spPr>
              <a:xfrm>
                <a:off x="6894286" y="412074"/>
                <a:ext cx="54893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5902825-E398-A742-B3C9-20E7C2B4B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4286" y="412074"/>
                <a:ext cx="548932" cy="492443"/>
              </a:xfrm>
              <a:prstGeom prst="rect">
                <a:avLst/>
              </a:prstGeom>
              <a:blipFill>
                <a:blip r:embed="rId4"/>
                <a:stretch>
                  <a:fillRect l="-15909" t="-17500" r="-2273"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54C9F0C-2643-C343-A5C8-0964E502F3C3}"/>
                  </a:ext>
                </a:extLst>
              </p:cNvPr>
              <p:cNvSpPr txBox="1"/>
              <p:nvPr/>
            </p:nvSpPr>
            <p:spPr>
              <a:xfrm>
                <a:off x="7610305" y="69710"/>
                <a:ext cx="5209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54C9F0C-2643-C343-A5C8-0964E502F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0305" y="69710"/>
                <a:ext cx="520912" cy="492443"/>
              </a:xfrm>
              <a:prstGeom prst="rect">
                <a:avLst/>
              </a:prstGeom>
              <a:blipFill>
                <a:blip r:embed="rId5"/>
                <a:stretch>
                  <a:fillRect l="-7143" t="-15000" r="-2381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1157762-3B40-7647-87A7-747859C52770}"/>
              </a:ext>
            </a:extLst>
          </p:cNvPr>
          <p:cNvCxnSpPr>
            <a:cxnSpLocks/>
          </p:cNvCxnSpPr>
          <p:nvPr/>
        </p:nvCxnSpPr>
        <p:spPr>
          <a:xfrm flipV="1">
            <a:off x="5200884" y="2057989"/>
            <a:ext cx="525969" cy="2379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7570980-2007-5043-B00A-3E137DD72ABE}"/>
              </a:ext>
            </a:extLst>
          </p:cNvPr>
          <p:cNvCxnSpPr>
            <a:cxnSpLocks/>
          </p:cNvCxnSpPr>
          <p:nvPr/>
        </p:nvCxnSpPr>
        <p:spPr>
          <a:xfrm flipH="1" flipV="1">
            <a:off x="5031148" y="1845733"/>
            <a:ext cx="196830" cy="23605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93F5E42-5759-E64B-ABD7-5D96CA74EC33}"/>
              </a:ext>
            </a:extLst>
          </p:cNvPr>
          <p:cNvCxnSpPr>
            <a:cxnSpLocks/>
          </p:cNvCxnSpPr>
          <p:nvPr/>
        </p:nvCxnSpPr>
        <p:spPr>
          <a:xfrm flipV="1">
            <a:off x="5221204" y="1675202"/>
            <a:ext cx="0" cy="42013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52AAE20-AB70-494E-8F23-CC8231B0320C}"/>
                  </a:ext>
                </a:extLst>
              </p:cNvPr>
              <p:cNvSpPr txBox="1"/>
              <p:nvPr/>
            </p:nvSpPr>
            <p:spPr>
              <a:xfrm>
                <a:off x="5679635" y="1766609"/>
                <a:ext cx="51834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52AAE20-AB70-494E-8F23-CC8231B03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635" y="1766609"/>
                <a:ext cx="518347" cy="492443"/>
              </a:xfrm>
              <a:prstGeom prst="rect">
                <a:avLst/>
              </a:prstGeom>
              <a:blipFill>
                <a:blip r:embed="rId6"/>
                <a:stretch>
                  <a:fillRect l="-9524" t="-17500" r="-4762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DD930E3-A1DE-9F49-8453-68F100614482}"/>
                  </a:ext>
                </a:extLst>
              </p:cNvPr>
              <p:cNvSpPr txBox="1"/>
              <p:nvPr/>
            </p:nvSpPr>
            <p:spPr>
              <a:xfrm>
                <a:off x="4542681" y="1428980"/>
                <a:ext cx="52110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DD930E3-A1DE-9F49-8453-68F100614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2681" y="1428980"/>
                <a:ext cx="521104" cy="492443"/>
              </a:xfrm>
              <a:prstGeom prst="rect">
                <a:avLst/>
              </a:prstGeom>
              <a:blipFill>
                <a:blip r:embed="rId7"/>
                <a:stretch>
                  <a:fillRect l="-16667" t="-20513" r="-2381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660043E-0B4E-604A-AEBE-D0540A96A296}"/>
                  </a:ext>
                </a:extLst>
              </p:cNvPr>
              <p:cNvSpPr txBox="1"/>
              <p:nvPr/>
            </p:nvSpPr>
            <p:spPr>
              <a:xfrm>
                <a:off x="5248854" y="1274166"/>
                <a:ext cx="49308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660043E-0B4E-604A-AEBE-D0540A96A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8854" y="1274166"/>
                <a:ext cx="493084" cy="492443"/>
              </a:xfrm>
              <a:prstGeom prst="rect">
                <a:avLst/>
              </a:prstGeom>
              <a:blipFill>
                <a:blip r:embed="rId8"/>
                <a:stretch>
                  <a:fillRect l="-7500" t="-17500" r="-500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B35047C-032E-6741-BCBB-0BC0837EC8A3}"/>
              </a:ext>
            </a:extLst>
          </p:cNvPr>
          <p:cNvCxnSpPr>
            <a:cxnSpLocks/>
          </p:cNvCxnSpPr>
          <p:nvPr/>
        </p:nvCxnSpPr>
        <p:spPr>
          <a:xfrm>
            <a:off x="3312733" y="2458461"/>
            <a:ext cx="515365" cy="25171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04B678A-2887-6644-92B2-C1C49919B5E0}"/>
              </a:ext>
            </a:extLst>
          </p:cNvPr>
          <p:cNvCxnSpPr>
            <a:cxnSpLocks/>
          </p:cNvCxnSpPr>
          <p:nvPr/>
        </p:nvCxnSpPr>
        <p:spPr>
          <a:xfrm flipV="1">
            <a:off x="3322892" y="2376853"/>
            <a:ext cx="420593" cy="9515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BA964EC-F3B1-A342-9CDE-7852E9CFEFA0}"/>
              </a:ext>
            </a:extLst>
          </p:cNvPr>
          <p:cNvCxnSpPr>
            <a:cxnSpLocks/>
          </p:cNvCxnSpPr>
          <p:nvPr/>
        </p:nvCxnSpPr>
        <p:spPr>
          <a:xfrm flipV="1">
            <a:off x="3322892" y="2058650"/>
            <a:ext cx="0" cy="42013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9E8ACA7-3519-4246-84DA-3023D0FAB69D}"/>
                  </a:ext>
                </a:extLst>
              </p:cNvPr>
              <p:cNvSpPr txBox="1"/>
              <p:nvPr/>
            </p:nvSpPr>
            <p:spPr>
              <a:xfrm>
                <a:off x="3753644" y="2424431"/>
                <a:ext cx="53565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9E8ACA7-3519-4246-84DA-3023D0FAB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3644" y="2424431"/>
                <a:ext cx="535659" cy="492443"/>
              </a:xfrm>
              <a:prstGeom prst="rect">
                <a:avLst/>
              </a:prstGeom>
              <a:blipFill>
                <a:blip r:embed="rId9"/>
                <a:stretch>
                  <a:fillRect l="-11628" t="-20000" r="-2326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539B96E-0ABA-F547-9EC7-EFAF74F4E61C}"/>
                  </a:ext>
                </a:extLst>
              </p:cNvPr>
              <p:cNvSpPr txBox="1"/>
              <p:nvPr/>
            </p:nvSpPr>
            <p:spPr>
              <a:xfrm>
                <a:off x="3519665" y="1881158"/>
                <a:ext cx="53841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539B96E-0ABA-F547-9EC7-EFAF74F4E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9665" y="1881158"/>
                <a:ext cx="538417" cy="492443"/>
              </a:xfrm>
              <a:prstGeom prst="rect">
                <a:avLst/>
              </a:prstGeom>
              <a:blipFill>
                <a:blip r:embed="rId10"/>
                <a:stretch>
                  <a:fillRect l="-15909" t="-20000" r="-2273"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697349D-7039-164F-8916-7B7A88D7C65B}"/>
                  </a:ext>
                </a:extLst>
              </p:cNvPr>
              <p:cNvSpPr txBox="1"/>
              <p:nvPr/>
            </p:nvSpPr>
            <p:spPr>
              <a:xfrm>
                <a:off x="2882028" y="1615894"/>
                <a:ext cx="51039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697349D-7039-164F-8916-7B7A88D7C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2028" y="1615894"/>
                <a:ext cx="510396" cy="492443"/>
              </a:xfrm>
              <a:prstGeom prst="rect">
                <a:avLst/>
              </a:prstGeom>
              <a:blipFill>
                <a:blip r:embed="rId11"/>
                <a:stretch>
                  <a:fillRect l="-7317" t="-17500" r="-2439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DDFECA5-4CC0-C94E-BF7E-4CC301F5D9FB}"/>
              </a:ext>
            </a:extLst>
          </p:cNvPr>
          <p:cNvCxnSpPr>
            <a:cxnSpLocks/>
          </p:cNvCxnSpPr>
          <p:nvPr/>
        </p:nvCxnSpPr>
        <p:spPr>
          <a:xfrm>
            <a:off x="3277703" y="6168753"/>
            <a:ext cx="535684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DB92AB4-565B-0644-BB10-494C8DFADFF0}"/>
              </a:ext>
            </a:extLst>
          </p:cNvPr>
          <p:cNvCxnSpPr>
            <a:cxnSpLocks/>
          </p:cNvCxnSpPr>
          <p:nvPr/>
        </p:nvCxnSpPr>
        <p:spPr>
          <a:xfrm flipV="1">
            <a:off x="3287862" y="5882960"/>
            <a:ext cx="166538" cy="29934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AA7FB7B-9334-5646-9E3D-C6A1EBA13669}"/>
              </a:ext>
            </a:extLst>
          </p:cNvPr>
          <p:cNvCxnSpPr>
            <a:cxnSpLocks/>
          </p:cNvCxnSpPr>
          <p:nvPr/>
        </p:nvCxnSpPr>
        <p:spPr>
          <a:xfrm flipV="1">
            <a:off x="3287862" y="5768942"/>
            <a:ext cx="0" cy="42013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014CF44-6F63-C64E-93DE-DAA66E140FBF}"/>
                  </a:ext>
                </a:extLst>
              </p:cNvPr>
              <p:cNvSpPr txBox="1"/>
              <p:nvPr/>
            </p:nvSpPr>
            <p:spPr>
              <a:xfrm>
                <a:off x="3761328" y="6035178"/>
                <a:ext cx="50533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014CF44-6F63-C64E-93DE-DAA66E140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1328" y="6035178"/>
                <a:ext cx="505331" cy="492443"/>
              </a:xfrm>
              <a:prstGeom prst="rect">
                <a:avLst/>
              </a:prstGeom>
              <a:blipFill>
                <a:blip r:embed="rId12"/>
                <a:stretch>
                  <a:fillRect l="-12500" t="-20000" r="-750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1C58A6E-2420-6C46-AAAA-54215C3E2D07}"/>
                  </a:ext>
                </a:extLst>
              </p:cNvPr>
              <p:cNvSpPr txBox="1"/>
              <p:nvPr/>
            </p:nvSpPr>
            <p:spPr>
              <a:xfrm>
                <a:off x="3340400" y="5406201"/>
                <a:ext cx="50808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1C58A6E-2420-6C46-AAAA-54215C3E2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0400" y="5406201"/>
                <a:ext cx="508088" cy="492443"/>
              </a:xfrm>
              <a:prstGeom prst="rect">
                <a:avLst/>
              </a:prstGeom>
              <a:blipFill>
                <a:blip r:embed="rId13"/>
                <a:stretch>
                  <a:fillRect l="-20000" t="-20000" r="-7500"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090EAFE-E6FF-8D4D-9DC9-5017DA9AE259}"/>
                  </a:ext>
                </a:extLst>
              </p:cNvPr>
              <p:cNvSpPr txBox="1"/>
              <p:nvPr/>
            </p:nvSpPr>
            <p:spPr>
              <a:xfrm>
                <a:off x="2846998" y="5326186"/>
                <a:ext cx="4800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090EAFE-E6FF-8D4D-9DC9-5017DA9AE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6998" y="5326186"/>
                <a:ext cx="480067" cy="492443"/>
              </a:xfrm>
              <a:prstGeom prst="rect">
                <a:avLst/>
              </a:prstGeom>
              <a:blipFill>
                <a:blip r:embed="rId14"/>
                <a:stretch>
                  <a:fillRect l="-7692" t="-17500" r="-5128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1BFD4D0-27A4-9548-9710-B99FAC77DB4A}"/>
              </a:ext>
            </a:extLst>
          </p:cNvPr>
          <p:cNvCxnSpPr/>
          <p:nvPr/>
        </p:nvCxnSpPr>
        <p:spPr>
          <a:xfrm flipV="1">
            <a:off x="5248854" y="904517"/>
            <a:ext cx="2333801" cy="1153472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902C0B-13B2-A146-BAAF-1B8222BB5D75}"/>
                  </a:ext>
                </a:extLst>
              </p:cNvPr>
              <p:cNvSpPr txBox="1"/>
              <p:nvPr/>
            </p:nvSpPr>
            <p:spPr>
              <a:xfrm>
                <a:off x="5964530" y="797787"/>
                <a:ext cx="771365" cy="5377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32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e>
                        <m:sub>
                          <m:r>
                            <a:rPr lang="en-GB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902C0B-13B2-A146-BAAF-1B8222BB5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4530" y="797787"/>
                <a:ext cx="771365" cy="537776"/>
              </a:xfrm>
              <a:prstGeom prst="rect">
                <a:avLst/>
              </a:prstGeom>
              <a:blipFill>
                <a:blip r:embed="rId15"/>
                <a:stretch>
                  <a:fillRect l="-11475" r="-1639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6F91A4C-B211-5C4E-917D-F8A151AB0AC8}"/>
              </a:ext>
            </a:extLst>
          </p:cNvPr>
          <p:cNvCxnSpPr>
            <a:cxnSpLocks/>
          </p:cNvCxnSpPr>
          <p:nvPr/>
        </p:nvCxnSpPr>
        <p:spPr>
          <a:xfrm flipV="1">
            <a:off x="3312733" y="2088291"/>
            <a:ext cx="1888151" cy="378347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CDE3FDA-DF7E-6A4E-948E-D1F5E53E3408}"/>
                  </a:ext>
                </a:extLst>
              </p:cNvPr>
              <p:cNvSpPr txBox="1"/>
              <p:nvPr/>
            </p:nvSpPr>
            <p:spPr>
              <a:xfrm>
                <a:off x="3975876" y="1666035"/>
                <a:ext cx="773609" cy="5409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32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e>
                        <m:sub>
                          <m:r>
                            <a:rPr lang="en-GB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CDE3FDA-DF7E-6A4E-948E-D1F5E53E3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876" y="1666035"/>
                <a:ext cx="773609" cy="540982"/>
              </a:xfrm>
              <a:prstGeom prst="rect">
                <a:avLst/>
              </a:prstGeom>
              <a:blipFill>
                <a:blip r:embed="rId16"/>
                <a:stretch>
                  <a:fillRect l="-9677" r="-1613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226F5FA-8CCD-054F-9055-DE60F2BC7EA8}"/>
              </a:ext>
            </a:extLst>
          </p:cNvPr>
          <p:cNvCxnSpPr>
            <a:cxnSpLocks/>
          </p:cNvCxnSpPr>
          <p:nvPr/>
        </p:nvCxnSpPr>
        <p:spPr>
          <a:xfrm flipV="1">
            <a:off x="3287863" y="2467013"/>
            <a:ext cx="32600" cy="3715102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823086F-0EA3-A848-BDDB-580A9BC201DA}"/>
                  </a:ext>
                </a:extLst>
              </p:cNvPr>
              <p:cNvSpPr txBox="1"/>
              <p:nvPr/>
            </p:nvSpPr>
            <p:spPr>
              <a:xfrm>
                <a:off x="2553456" y="3976377"/>
                <a:ext cx="799321" cy="5377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823086F-0EA3-A848-BDDB-580A9BC20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3456" y="3976377"/>
                <a:ext cx="799321" cy="537776"/>
              </a:xfrm>
              <a:prstGeom prst="rect">
                <a:avLst/>
              </a:prstGeom>
              <a:blipFill>
                <a:blip r:embed="rId17"/>
                <a:stretch>
                  <a:fillRect l="-12698" r="-3175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0907DE7-6498-A440-A2D6-9A4C89BC5797}"/>
              </a:ext>
            </a:extLst>
          </p:cNvPr>
          <p:cNvCxnSpPr>
            <a:cxnSpLocks/>
          </p:cNvCxnSpPr>
          <p:nvPr/>
        </p:nvCxnSpPr>
        <p:spPr>
          <a:xfrm flipV="1">
            <a:off x="3277703" y="5783923"/>
            <a:ext cx="1888151" cy="378347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72A7AC4-F976-B94A-AEE9-3219EDDA6065}"/>
                  </a:ext>
                </a:extLst>
              </p:cNvPr>
              <p:cNvSpPr txBox="1"/>
              <p:nvPr/>
            </p:nvSpPr>
            <p:spPr>
              <a:xfrm>
                <a:off x="5126226" y="5474283"/>
                <a:ext cx="1485215" cy="5409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72A7AC4-F976-B94A-AEE9-3219EDDA6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6226" y="5474283"/>
                <a:ext cx="1485215" cy="540982"/>
              </a:xfrm>
              <a:prstGeom prst="rect">
                <a:avLst/>
              </a:prstGeom>
              <a:blipFill>
                <a:blip r:embed="rId18"/>
                <a:stretch>
                  <a:fillRect l="-5932" r="-1695" b="-18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F81EF14-6960-E54A-B799-13D54C244C3C}"/>
              </a:ext>
            </a:extLst>
          </p:cNvPr>
          <p:cNvCxnSpPr/>
          <p:nvPr/>
        </p:nvCxnSpPr>
        <p:spPr>
          <a:xfrm flipV="1">
            <a:off x="3289762" y="4985144"/>
            <a:ext cx="2333801" cy="1153472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871E7A7-DE6B-6444-BE16-93FCEF75FBC8}"/>
                  </a:ext>
                </a:extLst>
              </p:cNvPr>
              <p:cNvSpPr txBox="1"/>
              <p:nvPr/>
            </p:nvSpPr>
            <p:spPr>
              <a:xfrm>
                <a:off x="4844774" y="4403594"/>
                <a:ext cx="2168862" cy="5409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e>
                        <m:sub>
                          <m:r>
                            <a:rPr lang="en-GB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871E7A7-DE6B-6444-BE16-93FCEF75F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4774" y="4403594"/>
                <a:ext cx="2168862" cy="540982"/>
              </a:xfrm>
              <a:prstGeom prst="rect">
                <a:avLst/>
              </a:prstGeom>
              <a:blipFill>
                <a:blip r:embed="rId19"/>
                <a:stretch>
                  <a:fillRect l="-4070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47E712D-0F68-A140-B613-4FD16C59867D}"/>
              </a:ext>
            </a:extLst>
          </p:cNvPr>
          <p:cNvCxnSpPr>
            <a:cxnSpLocks/>
          </p:cNvCxnSpPr>
          <p:nvPr/>
        </p:nvCxnSpPr>
        <p:spPr>
          <a:xfrm flipV="1">
            <a:off x="3312733" y="935468"/>
            <a:ext cx="4276696" cy="5193713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1323B8A-1EB2-F143-8356-9D7E4C075EC6}"/>
                  </a:ext>
                </a:extLst>
              </p:cNvPr>
              <p:cNvSpPr txBox="1"/>
              <p:nvPr/>
            </p:nvSpPr>
            <p:spPr>
              <a:xfrm>
                <a:off x="5052011" y="2547128"/>
                <a:ext cx="4961166" cy="5409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3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e>
                      <m:sub>
                        <m:r>
                          <a:rPr lang="en-GB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bg1"/>
                    </a:solidFill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e>
                      <m:sub>
                        <m:r>
                          <a:rPr lang="en-GB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b>
                      <m:sSubPr>
                        <m:ctrlP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e>
                      <m:sub>
                        <m:r>
                          <a:rPr lang="en-GB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GB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e>
                      <m:sub>
                        <m:r>
                          <a:rPr lang="en-GB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b>
                      <m:sSubPr>
                        <m:ctrlP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e>
                      <m:sub>
                        <m:r>
                          <a:rPr lang="en-GB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sSub>
                      <m:sSubPr>
                        <m:ctrlP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e>
                      <m:sub>
                        <m:r>
                          <a:rPr lang="en-GB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1323B8A-1EB2-F143-8356-9D7E4C075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011" y="2547128"/>
                <a:ext cx="4961166" cy="540982"/>
              </a:xfrm>
              <a:prstGeom prst="rect">
                <a:avLst/>
              </a:prstGeom>
              <a:blipFill>
                <a:blip r:embed="rId20"/>
                <a:stretch>
                  <a:fillRect l="-2806" t="-20455" r="-510" b="-3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689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28</Words>
  <Application>Microsoft Macintosh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4</cp:revision>
  <dcterms:created xsi:type="dcterms:W3CDTF">2020-06-14T14:22:37Z</dcterms:created>
  <dcterms:modified xsi:type="dcterms:W3CDTF">2020-12-03T11:48:33Z</dcterms:modified>
</cp:coreProperties>
</file>