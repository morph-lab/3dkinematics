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CC99E-B854-F046-A3FD-6BD3B8AE2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185D0B-A3E9-A144-96C7-9C31D4BF7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7E0E9-6191-054F-8091-140C6B230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7411-1E66-D64F-BA6E-5B6DDEE24423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27AE7-8FC6-8945-83BE-D76CBB19B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1836C-EBD3-F649-AA2F-58DE9509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1DB2-0A7F-8742-B4A5-FC3AD82D3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04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24FE4-2335-124C-858B-3CFFBCCB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66058-2746-D846-B51E-F46F3D279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728EB-9817-9144-8B0B-92505974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7411-1E66-D64F-BA6E-5B6DDEE24423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D8E36-E76E-CF4F-BF29-2904B38A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05576-260B-4E47-9D9F-3864E113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1DB2-0A7F-8742-B4A5-FC3AD82D3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2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F5ECE-E6D2-5F47-8877-1382262AA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938DE-6093-0044-A5C8-BE7B6492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59AB6-216E-AE4E-B155-2B8F52B68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7411-1E66-D64F-BA6E-5B6DDEE24423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320A4-28F9-ED46-8DF1-448A671B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1CE49-B43A-9342-A65E-8BB124F2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1DB2-0A7F-8742-B4A5-FC3AD82D3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8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AA4A-F4E9-A44C-8CC7-26F3F7A6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10137-3916-0D4F-9B05-52397A764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4A51A-E6D6-574E-A902-F2A5BC17F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0D117-3EE8-A94F-9061-FF72EFE9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7411-1E66-D64F-BA6E-5B6DDEE24423}" type="datetimeFigureOut">
              <a:rPr lang="en-US" smtClean="0"/>
              <a:t>7/5/21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86C92-AE30-2A4F-A5B3-C516684B2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75DB7-31DD-D447-858E-8797B9DA4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1DB2-0A7F-8742-B4A5-FC3AD82D3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94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C60B-173B-BC4D-95A6-B50121E1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7904B-81F8-C34B-BE54-03C7097DB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0199A-9A70-DD49-96FD-574023B58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59BF4E-7988-AA46-8B50-2B351EE79B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D8CF26-CF3E-7F4A-A234-492676C41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4B42A2-9513-4341-829B-03221C59B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7411-1E66-D64F-BA6E-5B6DDEE24423}" type="datetimeFigureOut">
              <a:rPr lang="en-US" smtClean="0"/>
              <a:t>7/5/21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DA5B0A-F7DD-ED40-B711-ED11225B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E48BB-F5D9-5A46-935B-7C61E7190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1DB2-0A7F-8742-B4A5-FC3AD82D3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6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DF38-AEAC-4142-9A1F-9DA1BA22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EB2375-6D45-EF4A-ADB7-693CCCFDD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7411-1E66-D64F-BA6E-5B6DDEE24423}" type="datetimeFigureOut">
              <a:rPr lang="en-US" smtClean="0"/>
              <a:t>7/5/21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3764B-01DB-D64D-8422-495A9F10B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C614A-588D-6A43-BA34-9C845377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1DB2-0A7F-8742-B4A5-FC3AD82D3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5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B335E2-D8C3-7C41-9049-C96BA7F28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7411-1E66-D64F-BA6E-5B6DDEE24423}" type="datetimeFigureOut">
              <a:rPr lang="en-US" smtClean="0"/>
              <a:t>7/5/21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61BE6-8626-0C4F-8397-119EF285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D6824-1AA6-7E4E-9D14-D1142977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1DB2-0A7F-8742-B4A5-FC3AD82D3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4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E5BB4-5F5D-7644-8348-F19C43B6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19498-EEBC-0241-92F1-62CC53C47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96F44-B699-4A4A-8407-32BA98A3E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F8764-2087-6743-83FE-4BE06056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7411-1E66-D64F-BA6E-5B6DDEE24423}" type="datetimeFigureOut">
              <a:rPr lang="en-US" smtClean="0"/>
              <a:t>7/5/21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A155B-E532-A14B-BCDD-F73FE7B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3AA51-AAF4-7E4B-8750-A78B72B2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1DB2-0A7F-8742-B4A5-FC3AD82D3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7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08D05-FF2A-524B-831F-9D7C6F1A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23357F-E993-E248-9C90-C810A80B2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1D0B9-3828-5F41-8025-92288D626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0668D-AA12-FA46-B146-C15F8F575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7411-1E66-D64F-BA6E-5B6DDEE24423}" type="datetimeFigureOut">
              <a:rPr lang="en-US" smtClean="0"/>
              <a:t>7/5/21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95DEC-F791-A44C-AA98-172BD8AB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04C9C-D518-754D-9E2C-87CE555C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1DB2-0A7F-8742-B4A5-FC3AD82D3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01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2EC5-D232-934A-B168-8B52CFC55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205EC-8540-4644-A728-F5A8BB392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D7C5-992D-6444-929E-784D1FB0D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7411-1E66-D64F-BA6E-5B6DDEE24423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4B4F9-D30C-814D-BFD7-7E482FDEE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89586-09B4-D24A-AFDB-A76A80EB2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1DB2-0A7F-8742-B4A5-FC3AD82D3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02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21B884-CFF3-884B-A595-DDA378A7D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0374B-661B-3E46-94D1-B684E187F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D015E-A761-AB40-8AFD-FBCE4D9F5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7411-1E66-D64F-BA6E-5B6DDEE24423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393E9-AD1A-EF44-BC66-71D0A9C36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5D21D-0807-D94F-94A5-E5A1B40C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D1DB2-0A7F-8742-B4A5-FC3AD82D3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5F968E-F39E-464B-9A81-1656D08C5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1669E-7A21-9C41-B025-403A19E9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38E30-5116-EE4D-8F21-EF5C4FE60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87411-1E66-D64F-BA6E-5B6DDEE24423}" type="datetimeFigureOut">
              <a:rPr lang="en-US" smtClean="0"/>
              <a:t>7/5/21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A6A3E-5CA4-7644-82EE-F96C387A3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CE8F3-6221-E141-82EB-236BE0246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D1DB2-0A7F-8742-B4A5-FC3AD82D3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48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w is the time to revisit Wall-E, perhaps the finest environmental film of  the past decade - Vox">
            <a:extLst>
              <a:ext uri="{FF2B5EF4-FFF2-40B4-BE49-F238E27FC236}">
                <a16:creationId xmlns:a16="http://schemas.microsoft.com/office/drawing/2014/main" id="{FA339120-935B-5A4C-A346-7C260959D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B6F9DA-342D-6944-85BB-6DABC56414E0}"/>
              </a:ext>
            </a:extLst>
          </p:cNvPr>
          <p:cNvCxnSpPr>
            <a:cxnSpLocks/>
          </p:cNvCxnSpPr>
          <p:nvPr/>
        </p:nvCxnSpPr>
        <p:spPr>
          <a:xfrm flipV="1">
            <a:off x="5699541" y="1727174"/>
            <a:ext cx="354163" cy="1462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D54698-A5CE-1B47-A47F-643C93F9B78B}"/>
              </a:ext>
            </a:extLst>
          </p:cNvPr>
          <p:cNvCxnSpPr>
            <a:cxnSpLocks/>
          </p:cNvCxnSpPr>
          <p:nvPr/>
        </p:nvCxnSpPr>
        <p:spPr>
          <a:xfrm flipH="1" flipV="1">
            <a:off x="5497600" y="1430948"/>
            <a:ext cx="201942" cy="475097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5D7D22-FDCD-1B41-A414-7B8E81BABCBF}"/>
              </a:ext>
            </a:extLst>
          </p:cNvPr>
          <p:cNvCxnSpPr>
            <a:cxnSpLocks/>
          </p:cNvCxnSpPr>
          <p:nvPr/>
        </p:nvCxnSpPr>
        <p:spPr>
          <a:xfrm flipH="1">
            <a:off x="5322119" y="1884582"/>
            <a:ext cx="369959" cy="17188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3C02DCD-EEF8-FF4F-82A2-5B006835B6FB}"/>
              </a:ext>
            </a:extLst>
          </p:cNvPr>
          <p:cNvSpPr txBox="1"/>
          <p:nvPr/>
        </p:nvSpPr>
        <p:spPr>
          <a:xfrm>
            <a:off x="5278394" y="1103767"/>
            <a:ext cx="43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56A14-B61F-E24D-A9DA-B3E6472BEA57}"/>
              </a:ext>
            </a:extLst>
          </p:cNvPr>
          <p:cNvSpPr txBox="1"/>
          <p:nvPr/>
        </p:nvSpPr>
        <p:spPr>
          <a:xfrm>
            <a:off x="5826019" y="1430948"/>
            <a:ext cx="43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879F68-11CB-B544-98C7-710151737E7F}"/>
              </a:ext>
            </a:extLst>
          </p:cNvPr>
          <p:cNvSpPr txBox="1"/>
          <p:nvPr/>
        </p:nvSpPr>
        <p:spPr>
          <a:xfrm>
            <a:off x="5091289" y="1963801"/>
            <a:ext cx="43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Z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7AC455-DDFA-D343-82B9-3702071C1D8C}"/>
              </a:ext>
            </a:extLst>
          </p:cNvPr>
          <p:cNvCxnSpPr>
            <a:cxnSpLocks/>
          </p:cNvCxnSpPr>
          <p:nvPr/>
        </p:nvCxnSpPr>
        <p:spPr>
          <a:xfrm flipV="1">
            <a:off x="7124328" y="3171027"/>
            <a:ext cx="429736" cy="350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BB53FC-A786-274A-96E8-932B53E7BE4A}"/>
              </a:ext>
            </a:extLst>
          </p:cNvPr>
          <p:cNvCxnSpPr>
            <a:cxnSpLocks/>
          </p:cNvCxnSpPr>
          <p:nvPr/>
        </p:nvCxnSpPr>
        <p:spPr>
          <a:xfrm flipH="1">
            <a:off x="6915850" y="3212326"/>
            <a:ext cx="208479" cy="292252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4A462B-A08F-5549-A5DE-7B40A852022F}"/>
              </a:ext>
            </a:extLst>
          </p:cNvPr>
          <p:cNvCxnSpPr>
            <a:cxnSpLocks/>
          </p:cNvCxnSpPr>
          <p:nvPr/>
        </p:nvCxnSpPr>
        <p:spPr>
          <a:xfrm flipH="1" flipV="1">
            <a:off x="6979058" y="2788242"/>
            <a:ext cx="145271" cy="42408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693C6B7-4A07-A744-8A2F-C8A68FB663C7}"/>
              </a:ext>
            </a:extLst>
          </p:cNvPr>
          <p:cNvSpPr txBox="1"/>
          <p:nvPr/>
        </p:nvSpPr>
        <p:spPr>
          <a:xfrm>
            <a:off x="6667899" y="3232697"/>
            <a:ext cx="43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80F672-0311-2944-A0F7-53B6593BA9EF}"/>
              </a:ext>
            </a:extLst>
          </p:cNvPr>
          <p:cNvSpPr txBox="1"/>
          <p:nvPr/>
        </p:nvSpPr>
        <p:spPr>
          <a:xfrm rot="21341949">
            <a:off x="7411085" y="2828591"/>
            <a:ext cx="43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EE7793-15A9-F248-B6E6-473DF80A6A00}"/>
              </a:ext>
            </a:extLst>
          </p:cNvPr>
          <p:cNvSpPr txBox="1"/>
          <p:nvPr/>
        </p:nvSpPr>
        <p:spPr>
          <a:xfrm rot="21428450">
            <a:off x="6813742" y="2506124"/>
            <a:ext cx="43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Z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333A05D-10F2-1A4D-A5EF-73789ADB69FB}"/>
              </a:ext>
            </a:extLst>
          </p:cNvPr>
          <p:cNvCxnSpPr>
            <a:cxnSpLocks/>
          </p:cNvCxnSpPr>
          <p:nvPr/>
        </p:nvCxnSpPr>
        <p:spPr>
          <a:xfrm>
            <a:off x="9377672" y="5585410"/>
            <a:ext cx="0" cy="41977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0D9E2E3-FCC1-DB42-A609-BCA0B992FE19}"/>
              </a:ext>
            </a:extLst>
          </p:cNvPr>
          <p:cNvCxnSpPr>
            <a:cxnSpLocks/>
          </p:cNvCxnSpPr>
          <p:nvPr/>
        </p:nvCxnSpPr>
        <p:spPr>
          <a:xfrm flipV="1">
            <a:off x="9377672" y="5572193"/>
            <a:ext cx="438132" cy="132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94EA89-0AE9-2745-8325-743B409D3A8A}"/>
              </a:ext>
            </a:extLst>
          </p:cNvPr>
          <p:cNvCxnSpPr>
            <a:cxnSpLocks/>
          </p:cNvCxnSpPr>
          <p:nvPr/>
        </p:nvCxnSpPr>
        <p:spPr>
          <a:xfrm flipH="1" flipV="1">
            <a:off x="9232404" y="5303209"/>
            <a:ext cx="145268" cy="282826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66D35C-CD67-3C47-A4DF-6409BBAB2449}"/>
              </a:ext>
            </a:extLst>
          </p:cNvPr>
          <p:cNvCxnSpPr>
            <a:cxnSpLocks/>
          </p:cNvCxnSpPr>
          <p:nvPr/>
        </p:nvCxnSpPr>
        <p:spPr>
          <a:xfrm flipH="1" flipV="1">
            <a:off x="9110410" y="4177214"/>
            <a:ext cx="121995" cy="35694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BE345BF-56F9-A54F-B603-C7DFC2D86652}"/>
              </a:ext>
            </a:extLst>
          </p:cNvPr>
          <p:cNvCxnSpPr>
            <a:cxnSpLocks/>
          </p:cNvCxnSpPr>
          <p:nvPr/>
        </p:nvCxnSpPr>
        <p:spPr>
          <a:xfrm flipH="1">
            <a:off x="9110410" y="4534163"/>
            <a:ext cx="121994" cy="3498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5AC22FF-267B-4E45-88CC-CEC308EFA33E}"/>
              </a:ext>
            </a:extLst>
          </p:cNvPr>
          <p:cNvCxnSpPr>
            <a:cxnSpLocks/>
          </p:cNvCxnSpPr>
          <p:nvPr/>
        </p:nvCxnSpPr>
        <p:spPr>
          <a:xfrm flipV="1">
            <a:off x="9228836" y="4534163"/>
            <a:ext cx="433946" cy="446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84ED0D4-442F-F246-9120-5E5842096FCC}"/>
              </a:ext>
            </a:extLst>
          </p:cNvPr>
          <p:cNvCxnSpPr>
            <a:cxnSpLocks/>
          </p:cNvCxnSpPr>
          <p:nvPr/>
        </p:nvCxnSpPr>
        <p:spPr>
          <a:xfrm>
            <a:off x="8988322" y="5182639"/>
            <a:ext cx="47136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128DC6-49E0-E943-82C1-480FD8CF5B71}"/>
              </a:ext>
            </a:extLst>
          </p:cNvPr>
          <p:cNvCxnSpPr>
            <a:cxnSpLocks/>
          </p:cNvCxnSpPr>
          <p:nvPr/>
        </p:nvCxnSpPr>
        <p:spPr>
          <a:xfrm flipV="1">
            <a:off x="8988322" y="4793086"/>
            <a:ext cx="0" cy="40619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E1E4E6D-DE5C-8A44-9583-824CC0878A89}"/>
              </a:ext>
            </a:extLst>
          </p:cNvPr>
          <p:cNvCxnSpPr>
            <a:cxnSpLocks/>
          </p:cNvCxnSpPr>
          <p:nvPr/>
        </p:nvCxnSpPr>
        <p:spPr>
          <a:xfrm flipH="1">
            <a:off x="8799389" y="5186891"/>
            <a:ext cx="192665" cy="1790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7661DE9-3F36-6446-9036-836984F8359E}"/>
              </a:ext>
            </a:extLst>
          </p:cNvPr>
          <p:cNvCxnSpPr>
            <a:cxnSpLocks/>
          </p:cNvCxnSpPr>
          <p:nvPr/>
        </p:nvCxnSpPr>
        <p:spPr>
          <a:xfrm flipV="1">
            <a:off x="8988323" y="3463523"/>
            <a:ext cx="132594" cy="39800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8FFED1-E70F-2B45-B7FC-D32061EB49B7}"/>
              </a:ext>
            </a:extLst>
          </p:cNvPr>
          <p:cNvCxnSpPr>
            <a:cxnSpLocks/>
          </p:cNvCxnSpPr>
          <p:nvPr/>
        </p:nvCxnSpPr>
        <p:spPr>
          <a:xfrm flipH="1" flipV="1">
            <a:off x="8587896" y="3635207"/>
            <a:ext cx="409376" cy="2263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0A87F6-9EEB-0B4C-82AE-EE29D8940FB6}"/>
              </a:ext>
            </a:extLst>
          </p:cNvPr>
          <p:cNvCxnSpPr>
            <a:cxnSpLocks/>
          </p:cNvCxnSpPr>
          <p:nvPr/>
        </p:nvCxnSpPr>
        <p:spPr>
          <a:xfrm flipV="1">
            <a:off x="8988322" y="3630742"/>
            <a:ext cx="316716" cy="22446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69DFCBA-E948-8349-B1BC-5DDBA346EF47}"/>
              </a:ext>
            </a:extLst>
          </p:cNvPr>
          <p:cNvCxnSpPr>
            <a:cxnSpLocks/>
          </p:cNvCxnSpPr>
          <p:nvPr/>
        </p:nvCxnSpPr>
        <p:spPr>
          <a:xfrm flipV="1">
            <a:off x="8297236" y="2812672"/>
            <a:ext cx="152566" cy="42780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721489B-AF7B-8A4A-80AE-80D6B7D6DEB8}"/>
              </a:ext>
            </a:extLst>
          </p:cNvPr>
          <p:cNvCxnSpPr>
            <a:cxnSpLocks/>
          </p:cNvCxnSpPr>
          <p:nvPr/>
        </p:nvCxnSpPr>
        <p:spPr>
          <a:xfrm flipV="1">
            <a:off x="8291444" y="2886161"/>
            <a:ext cx="359900" cy="354313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D491B55-AD66-1046-A55B-3102F45CE90D}"/>
              </a:ext>
            </a:extLst>
          </p:cNvPr>
          <p:cNvCxnSpPr>
            <a:cxnSpLocks/>
          </p:cNvCxnSpPr>
          <p:nvPr/>
        </p:nvCxnSpPr>
        <p:spPr>
          <a:xfrm flipH="1" flipV="1">
            <a:off x="7856410" y="3026573"/>
            <a:ext cx="435034" cy="2110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939F8CF-B41D-CA44-A1F8-CE2356DC294B}"/>
              </a:ext>
            </a:extLst>
          </p:cNvPr>
          <p:cNvCxnSpPr>
            <a:cxnSpLocks/>
          </p:cNvCxnSpPr>
          <p:nvPr/>
        </p:nvCxnSpPr>
        <p:spPr>
          <a:xfrm>
            <a:off x="5692078" y="1884582"/>
            <a:ext cx="1451051" cy="1341432"/>
          </a:xfrm>
          <a:prstGeom prst="line">
            <a:avLst/>
          </a:prstGeom>
          <a:ln w="38100">
            <a:solidFill>
              <a:srgbClr val="FFFF00">
                <a:alpha val="5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60B403A-0F1B-5D45-BF19-0E982E2A31E6}"/>
              </a:ext>
            </a:extLst>
          </p:cNvPr>
          <p:cNvCxnSpPr>
            <a:cxnSpLocks/>
          </p:cNvCxnSpPr>
          <p:nvPr/>
        </p:nvCxnSpPr>
        <p:spPr>
          <a:xfrm>
            <a:off x="7137069" y="3213842"/>
            <a:ext cx="1860203" cy="1985442"/>
          </a:xfrm>
          <a:prstGeom prst="line">
            <a:avLst/>
          </a:prstGeom>
          <a:ln w="38100">
            <a:solidFill>
              <a:srgbClr val="FFFF00">
                <a:alpha val="5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5EE23DB-CCDB-1749-923D-D7685B7A5983}"/>
              </a:ext>
            </a:extLst>
          </p:cNvPr>
          <p:cNvCxnSpPr>
            <a:cxnSpLocks/>
          </p:cNvCxnSpPr>
          <p:nvPr/>
        </p:nvCxnSpPr>
        <p:spPr>
          <a:xfrm>
            <a:off x="8997272" y="5199284"/>
            <a:ext cx="380400" cy="401170"/>
          </a:xfrm>
          <a:prstGeom prst="line">
            <a:avLst/>
          </a:prstGeom>
          <a:ln w="38100">
            <a:solidFill>
              <a:srgbClr val="FFFF00">
                <a:alpha val="5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3A26282-D080-344C-ADCE-A2D541476B6B}"/>
              </a:ext>
            </a:extLst>
          </p:cNvPr>
          <p:cNvCxnSpPr>
            <a:cxnSpLocks/>
          </p:cNvCxnSpPr>
          <p:nvPr/>
        </p:nvCxnSpPr>
        <p:spPr>
          <a:xfrm>
            <a:off x="9232404" y="4517519"/>
            <a:ext cx="145267" cy="1082935"/>
          </a:xfrm>
          <a:prstGeom prst="line">
            <a:avLst/>
          </a:prstGeom>
          <a:ln w="38100">
            <a:solidFill>
              <a:srgbClr val="FFFF00">
                <a:alpha val="5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A64740F2-82D0-4F47-AC2E-EFED24B2E25E}"/>
              </a:ext>
            </a:extLst>
          </p:cNvPr>
          <p:cNvCxnSpPr>
            <a:cxnSpLocks/>
          </p:cNvCxnSpPr>
          <p:nvPr/>
        </p:nvCxnSpPr>
        <p:spPr>
          <a:xfrm>
            <a:off x="8984591" y="3855210"/>
            <a:ext cx="247813" cy="678953"/>
          </a:xfrm>
          <a:prstGeom prst="line">
            <a:avLst/>
          </a:prstGeom>
          <a:ln w="38100">
            <a:solidFill>
              <a:srgbClr val="FFFF00">
                <a:alpha val="5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41EFA60-2E30-D94C-A05E-F523C4C78E5F}"/>
              </a:ext>
            </a:extLst>
          </p:cNvPr>
          <p:cNvCxnSpPr>
            <a:cxnSpLocks/>
          </p:cNvCxnSpPr>
          <p:nvPr/>
        </p:nvCxnSpPr>
        <p:spPr>
          <a:xfrm>
            <a:off x="8291444" y="3226014"/>
            <a:ext cx="693147" cy="629196"/>
          </a:xfrm>
          <a:prstGeom prst="line">
            <a:avLst/>
          </a:prstGeom>
          <a:ln w="38100">
            <a:solidFill>
              <a:srgbClr val="FFFF00">
                <a:alpha val="5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877C8FC-B7A2-1745-B315-80FECDFF7A2E}"/>
              </a:ext>
            </a:extLst>
          </p:cNvPr>
          <p:cNvCxnSpPr>
            <a:cxnSpLocks/>
          </p:cNvCxnSpPr>
          <p:nvPr/>
        </p:nvCxnSpPr>
        <p:spPr>
          <a:xfrm flipH="1">
            <a:off x="4248491" y="1906045"/>
            <a:ext cx="1427817" cy="190461"/>
          </a:xfrm>
          <a:prstGeom prst="line">
            <a:avLst/>
          </a:prstGeom>
          <a:ln w="38100">
            <a:solidFill>
              <a:srgbClr val="FFFF00">
                <a:alpha val="5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2943DEC-6613-DA44-AA2D-F87DFC269CA9}"/>
              </a:ext>
            </a:extLst>
          </p:cNvPr>
          <p:cNvCxnSpPr>
            <a:cxnSpLocks/>
          </p:cNvCxnSpPr>
          <p:nvPr/>
        </p:nvCxnSpPr>
        <p:spPr>
          <a:xfrm flipH="1" flipV="1">
            <a:off x="4343401" y="2096506"/>
            <a:ext cx="3948043" cy="1143968"/>
          </a:xfrm>
          <a:prstGeom prst="line">
            <a:avLst/>
          </a:prstGeom>
          <a:ln w="79375">
            <a:solidFill>
              <a:srgbClr val="FFFF00">
                <a:alpha val="51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026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5</cp:revision>
  <dcterms:created xsi:type="dcterms:W3CDTF">2021-07-05T07:13:52Z</dcterms:created>
  <dcterms:modified xsi:type="dcterms:W3CDTF">2021-07-05T07:40:09Z</dcterms:modified>
</cp:coreProperties>
</file>