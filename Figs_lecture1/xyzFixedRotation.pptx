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 snapToObjects="1">
      <p:cViewPr varScale="1">
        <p:scale>
          <a:sx n="117" d="100"/>
          <a:sy n="117" d="100"/>
        </p:scale>
        <p:origin x="5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7BD6B-99C8-CC4D-87B3-EBF2A89D7C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067CAD-7BEF-8B4B-A6F4-3B2E1CF339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68528-C117-BC45-8029-7AA91649B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8F7CE-6309-E244-AD72-B9FA6B93A376}" type="datetimeFigureOut">
              <a:rPr lang="en-US" smtClean="0"/>
              <a:t>7/19/21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E96A6-73F6-1146-8A4E-DCF319944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000C7-2CD2-1849-B201-A025FB461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C9978-268E-5C4C-8F62-6F83F7739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23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6A40F-C696-B444-B27A-F92D70AD3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13FE0-7D74-034B-9DB4-C067AE0C8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4D6F7-7816-214C-8D27-51DA05959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8F7CE-6309-E244-AD72-B9FA6B93A376}" type="datetimeFigureOut">
              <a:rPr lang="en-US" smtClean="0"/>
              <a:t>7/19/21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1A883-528D-DC4E-9EEB-B325B99B6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7D37F-5AA3-7A4D-9E30-064245CA5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C9978-268E-5C4C-8F62-6F83F7739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437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7C8B0-04AA-D34C-8084-EF462927A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8CB1B-5652-7044-BC48-35DA7BA05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82534-2802-AF43-B2A1-BC4DB0AF5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8F7CE-6309-E244-AD72-B9FA6B93A376}" type="datetimeFigureOut">
              <a:rPr lang="en-US" smtClean="0"/>
              <a:t>7/19/21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FB21B-C0B6-F34E-B41B-E7CFDBA36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934ED-3C8C-D345-9574-29EDE9093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C9978-268E-5C4C-8F62-6F83F7739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191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2C965-15FA-0E42-ACCB-329D3429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52F57-848E-354C-A8B8-F8FC9525F2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D9658-6463-384D-8D11-FD569261B8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B10C2-B104-B94F-8577-2021C4883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8F7CE-6309-E244-AD72-B9FA6B93A376}" type="datetimeFigureOut">
              <a:rPr lang="en-US" smtClean="0"/>
              <a:t>7/19/21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A39ED9-C06F-704C-A5B4-0C5FCC126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14DAD-40CC-FD4E-836E-E657FA50C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C9978-268E-5C4C-8F62-6F83F7739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6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947CC-C975-C74E-823F-F9A4325F1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D0B1B-D67F-0F43-B1C0-B82414B7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0DC08-37A8-334D-ADCD-3FE20C2A5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93222F-D85F-F149-A0A4-209A405DB2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E5FD33-6F57-4744-8C13-354E25B7EC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E9AA40-C360-4048-BF1E-BC7FE2757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8F7CE-6309-E244-AD72-B9FA6B93A376}" type="datetimeFigureOut">
              <a:rPr lang="en-US" smtClean="0"/>
              <a:t>7/19/21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18D5DE-C68C-6942-BA62-0B4A216E9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8CF74A-A415-8A43-8FF0-94ABBB29C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C9978-268E-5C4C-8F62-6F83F7739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767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4C60C-BF80-624D-AEF4-4B0BA3F96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ADCFCB-F453-DA41-85BD-263E513C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8F7CE-6309-E244-AD72-B9FA6B93A376}" type="datetimeFigureOut">
              <a:rPr lang="en-US" smtClean="0"/>
              <a:t>7/19/21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B94885-D8A8-8445-881A-45A9C9052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D3F5F-F9C1-144F-90B4-A3A301D6D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C9978-268E-5C4C-8F62-6F83F7739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129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514616-677B-594B-A4F1-BB931C114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8F7CE-6309-E244-AD72-B9FA6B93A376}" type="datetimeFigureOut">
              <a:rPr lang="en-US" smtClean="0"/>
              <a:t>7/19/21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132C8-A8F0-194B-8951-2444C77DF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52186-B0B2-E44B-8E70-FB4AA117E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C9978-268E-5C4C-8F62-6F83F7739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48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D6A05-A418-3541-BC04-87AE06577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9B830-3FA3-9B41-B0AE-84E3F1A04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11B942-68EC-5240-886A-8221541EA9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53AAE7-58B0-6848-AA15-625CE52E0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8F7CE-6309-E244-AD72-B9FA6B93A376}" type="datetimeFigureOut">
              <a:rPr lang="en-US" smtClean="0"/>
              <a:t>7/19/21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56A4AC-AF7C-B945-943B-93ED1A973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CFB408-1203-BC42-9862-ECE91631F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C9978-268E-5C4C-8F62-6F83F7739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744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DC93D-B406-C04A-B2BA-9D56B7747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733FD3-F132-F349-97CB-7F36BF65A0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5E5493-10C8-BE43-90FE-DB8EE2E961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13877F-89B2-F848-ADEA-214C5881C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8F7CE-6309-E244-AD72-B9FA6B93A376}" type="datetimeFigureOut">
              <a:rPr lang="en-US" smtClean="0"/>
              <a:t>7/19/21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7FCE8-D716-7944-8D34-F8A7AA400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B8CDB-04ED-4F4C-ADB8-49E1A04D1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C9978-268E-5C4C-8F62-6F83F7739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26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FFC5B-0E0E-B645-8BAE-6C5EBA63F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5673CD-0292-D04A-9F4C-75E65F3393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0DA51-7F12-794E-AF76-8E251C062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8F7CE-6309-E244-AD72-B9FA6B93A376}" type="datetimeFigureOut">
              <a:rPr lang="en-US" smtClean="0"/>
              <a:t>7/19/21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6691B-C3C5-CC47-A91C-8FC5290F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75976-6884-F14C-B50E-9CF67D959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C9978-268E-5C4C-8F62-6F83F7739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896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23B633-ABA7-FC4A-AE4C-53AC921B4B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1231F7-0331-A54F-9997-2B7312244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2DA8E-A70C-6548-8A51-FC93CB9D5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8F7CE-6309-E244-AD72-B9FA6B93A376}" type="datetimeFigureOut">
              <a:rPr lang="en-US" smtClean="0"/>
              <a:t>7/19/21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B1C25-332E-8142-BF08-64339AC5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1DCC2-3786-124B-9A42-0F801213E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C9978-268E-5C4C-8F62-6F83F7739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28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E2DEAA-5231-0449-9296-2FF497BA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858BC1-BC61-B740-AE8F-E84C94BB9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78EAC-8FEA-3F49-BF0E-C6075F4F2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F8F7CE-6309-E244-AD72-B9FA6B93A376}" type="datetimeFigureOut">
              <a:rPr lang="en-US" smtClean="0"/>
              <a:t>7/19/21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9B86B-DB62-5E4A-9A73-56F7EBCDDD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0559A-3629-EA4C-B970-ACE9261C1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3C9978-268E-5C4C-8F62-6F83F7739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879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image" Target="../media/image3.emf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416C319-28E0-1349-9095-2D14805C3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533" y="77362"/>
            <a:ext cx="5018255" cy="37636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37A517-79C6-E448-BE99-0A0F3191C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332" y="3062575"/>
            <a:ext cx="5169408" cy="38770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3C59459-14C3-0244-AE44-56FA91E06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730" y="3161768"/>
            <a:ext cx="4945073" cy="370880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E5B0079-5C5F-1649-83EA-07CB105651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3293" y="371364"/>
            <a:ext cx="4855652" cy="3641739"/>
          </a:xfrm>
          <a:prstGeom prst="rect">
            <a:avLst/>
          </a:prstGeom>
        </p:spPr>
      </p:pic>
      <p:sp>
        <p:nvSpPr>
          <p:cNvPr id="6" name="Arc 5">
            <a:extLst>
              <a:ext uri="{FF2B5EF4-FFF2-40B4-BE49-F238E27FC236}">
                <a16:creationId xmlns:a16="http://schemas.microsoft.com/office/drawing/2014/main" id="{4F9025C5-BCB6-064D-AB63-469495405415}"/>
              </a:ext>
            </a:extLst>
          </p:cNvPr>
          <p:cNvSpPr/>
          <p:nvPr/>
        </p:nvSpPr>
        <p:spPr>
          <a:xfrm rot="21358920">
            <a:off x="2987724" y="4702623"/>
            <a:ext cx="290634" cy="1133982"/>
          </a:xfrm>
          <a:prstGeom prst="arc">
            <a:avLst>
              <a:gd name="adj1" fmla="val 12972405"/>
              <a:gd name="adj2" fmla="val 144651"/>
            </a:avLst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D275AE6-EC59-CE4B-9649-31D11233C030}"/>
                  </a:ext>
                </a:extLst>
              </p:cNvPr>
              <p:cNvSpPr txBox="1"/>
              <p:nvPr/>
            </p:nvSpPr>
            <p:spPr>
              <a:xfrm>
                <a:off x="3540401" y="3527214"/>
                <a:ext cx="2103435" cy="4706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D275AE6-EC59-CE4B-9649-31D11233C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401" y="3527214"/>
                <a:ext cx="2103435" cy="470642"/>
              </a:xfrm>
              <a:prstGeom prst="rect">
                <a:avLst/>
              </a:prstGeom>
              <a:blipFill>
                <a:blip r:embed="rId6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5CEEE6A-B054-8A49-ACC3-B98BF891A702}"/>
                  </a:ext>
                </a:extLst>
              </p:cNvPr>
              <p:cNvSpPr txBox="1"/>
              <p:nvPr/>
            </p:nvSpPr>
            <p:spPr>
              <a:xfrm>
                <a:off x="7530287" y="3456655"/>
                <a:ext cx="1424749" cy="472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5CEEE6A-B054-8A49-ACC3-B98BF891A7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0287" y="3456655"/>
                <a:ext cx="1424749" cy="472437"/>
              </a:xfrm>
              <a:prstGeom prst="rect">
                <a:avLst/>
              </a:prstGeom>
              <a:blipFill>
                <a:blip r:embed="rId7"/>
                <a:stretch>
                  <a:fillRect l="-2632" r="-1754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7916BBE-FD6B-CF43-9276-853C051BDFFC}"/>
                  </a:ext>
                </a:extLst>
              </p:cNvPr>
              <p:cNvSpPr txBox="1"/>
              <p:nvPr/>
            </p:nvSpPr>
            <p:spPr>
              <a:xfrm>
                <a:off x="8559240" y="334598"/>
                <a:ext cx="1403910" cy="472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7916BBE-FD6B-CF43-9276-853C051BD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9240" y="334598"/>
                <a:ext cx="1403910" cy="472437"/>
              </a:xfrm>
              <a:prstGeom prst="rect">
                <a:avLst/>
              </a:prstGeom>
              <a:blipFill>
                <a:blip r:embed="rId8"/>
                <a:stretch>
                  <a:fillRect l="-2679" r="-2679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9A71E79-C9F9-D546-8B2B-A7FB3AEE8CFA}"/>
              </a:ext>
            </a:extLst>
          </p:cNvPr>
          <p:cNvCxnSpPr/>
          <p:nvPr/>
        </p:nvCxnSpPr>
        <p:spPr>
          <a:xfrm>
            <a:off x="2322877" y="3419119"/>
            <a:ext cx="0" cy="59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01A31F6-C282-B145-BD84-58B817512AAA}"/>
              </a:ext>
            </a:extLst>
          </p:cNvPr>
          <p:cNvCxnSpPr>
            <a:cxnSpLocks/>
          </p:cNvCxnSpPr>
          <p:nvPr/>
        </p:nvCxnSpPr>
        <p:spPr>
          <a:xfrm>
            <a:off x="5271976" y="3997228"/>
            <a:ext cx="79682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5FB5FFD-8E17-F74D-9C30-AE82F6C997BB}"/>
              </a:ext>
            </a:extLst>
          </p:cNvPr>
          <p:cNvCxnSpPr>
            <a:cxnSpLocks/>
          </p:cNvCxnSpPr>
          <p:nvPr/>
        </p:nvCxnSpPr>
        <p:spPr>
          <a:xfrm flipV="1">
            <a:off x="9640418" y="3137877"/>
            <a:ext cx="0" cy="62465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Arc 35">
            <a:extLst>
              <a:ext uri="{FF2B5EF4-FFF2-40B4-BE49-F238E27FC236}">
                <a16:creationId xmlns:a16="http://schemas.microsoft.com/office/drawing/2014/main" id="{2BBB98C1-5FA7-8D4B-A6AA-149F1661450C}"/>
              </a:ext>
            </a:extLst>
          </p:cNvPr>
          <p:cNvSpPr/>
          <p:nvPr/>
        </p:nvSpPr>
        <p:spPr>
          <a:xfrm rot="793420">
            <a:off x="9531323" y="5157736"/>
            <a:ext cx="221354" cy="386294"/>
          </a:xfrm>
          <a:prstGeom prst="arc">
            <a:avLst>
              <a:gd name="adj1" fmla="val 5356251"/>
              <a:gd name="adj2" fmla="val 144651"/>
            </a:avLst>
          </a:prstGeom>
          <a:ln w="381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278EB0F6-8044-AD4C-BCD5-D1CBEAD4CB7B}"/>
              </a:ext>
            </a:extLst>
          </p:cNvPr>
          <p:cNvSpPr/>
          <p:nvPr/>
        </p:nvSpPr>
        <p:spPr>
          <a:xfrm rot="19311554">
            <a:off x="3450425" y="4112510"/>
            <a:ext cx="1068486" cy="1096797"/>
          </a:xfrm>
          <a:prstGeom prst="arc">
            <a:avLst>
              <a:gd name="adj1" fmla="val 17974808"/>
              <a:gd name="adj2" fmla="val 786882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FA999CD3-8435-DF4A-A32E-D89898AA0D6D}"/>
              </a:ext>
            </a:extLst>
          </p:cNvPr>
          <p:cNvSpPr/>
          <p:nvPr/>
        </p:nvSpPr>
        <p:spPr>
          <a:xfrm rot="6852265">
            <a:off x="7563938" y="1057778"/>
            <a:ext cx="1532915" cy="1741229"/>
          </a:xfrm>
          <a:prstGeom prst="arc">
            <a:avLst>
              <a:gd name="adj1" fmla="val 18448308"/>
              <a:gd name="adj2" fmla="val 20625562"/>
            </a:avLst>
          </a:prstGeom>
          <a:ln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E0178443-750D-6648-A1F5-FF17AEDF950E}"/>
              </a:ext>
            </a:extLst>
          </p:cNvPr>
          <p:cNvSpPr/>
          <p:nvPr/>
        </p:nvSpPr>
        <p:spPr>
          <a:xfrm rot="2080834">
            <a:off x="8673141" y="4432663"/>
            <a:ext cx="1442381" cy="1062902"/>
          </a:xfrm>
          <a:prstGeom prst="arc">
            <a:avLst>
              <a:gd name="adj1" fmla="val 13442941"/>
              <a:gd name="adj2" fmla="val 17884542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79D8B7D3-332B-7144-867F-782AD4CF82C9}"/>
              </a:ext>
            </a:extLst>
          </p:cNvPr>
          <p:cNvSpPr/>
          <p:nvPr/>
        </p:nvSpPr>
        <p:spPr>
          <a:xfrm rot="17528574">
            <a:off x="7057185" y="4468710"/>
            <a:ext cx="2034478" cy="1331760"/>
          </a:xfrm>
          <a:prstGeom prst="arc">
            <a:avLst>
              <a:gd name="adj1" fmla="val 15615973"/>
              <a:gd name="adj2" fmla="val 18463907"/>
            </a:avLst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5A5B3BC2-E73C-2D49-B311-8C066D823EE6}"/>
              </a:ext>
            </a:extLst>
          </p:cNvPr>
          <p:cNvSpPr/>
          <p:nvPr/>
        </p:nvSpPr>
        <p:spPr>
          <a:xfrm rot="5572095">
            <a:off x="8271284" y="749375"/>
            <a:ext cx="98474" cy="362475"/>
          </a:xfrm>
          <a:prstGeom prst="arc">
            <a:avLst>
              <a:gd name="adj1" fmla="val 5613025"/>
              <a:gd name="adj2" fmla="val 144651"/>
            </a:avLst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244D58A-E8DE-CE4B-918A-D569DFCBCC6F}"/>
                  </a:ext>
                </a:extLst>
              </p:cNvPr>
              <p:cNvSpPr txBox="1"/>
              <p:nvPr/>
            </p:nvSpPr>
            <p:spPr>
              <a:xfrm>
                <a:off x="4405543" y="185850"/>
                <a:ext cx="2724137" cy="2989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GB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GB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  <m:sSub>
                            <m:sSubPr>
                              <m:ctrlPr>
                                <a:rPr lang="en-GB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244D58A-E8DE-CE4B-918A-D569DFCBC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5543" y="185850"/>
                <a:ext cx="2724137" cy="298928"/>
              </a:xfrm>
              <a:prstGeom prst="rect">
                <a:avLst/>
              </a:prstGeom>
              <a:blipFill>
                <a:blip r:embed="rId9"/>
                <a:stretch>
                  <a:fillRect t="-4000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1D47BC3-5A3C-2F48-886D-DC23240E9DCF}"/>
              </a:ext>
            </a:extLst>
          </p:cNvPr>
          <p:cNvCxnSpPr>
            <a:cxnSpLocks/>
          </p:cNvCxnSpPr>
          <p:nvPr/>
        </p:nvCxnSpPr>
        <p:spPr>
          <a:xfrm>
            <a:off x="5271976" y="632575"/>
            <a:ext cx="796828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Arc 47">
            <a:extLst>
              <a:ext uri="{FF2B5EF4-FFF2-40B4-BE49-F238E27FC236}">
                <a16:creationId xmlns:a16="http://schemas.microsoft.com/office/drawing/2014/main" id="{C70FFD4D-7BC5-9145-BA3B-CED994E25DDA}"/>
              </a:ext>
            </a:extLst>
          </p:cNvPr>
          <p:cNvSpPr/>
          <p:nvPr/>
        </p:nvSpPr>
        <p:spPr>
          <a:xfrm rot="21256999">
            <a:off x="6445896" y="1205109"/>
            <a:ext cx="2034478" cy="1331760"/>
          </a:xfrm>
          <a:prstGeom prst="arc">
            <a:avLst>
              <a:gd name="adj1" fmla="val 18142003"/>
              <a:gd name="adj2" fmla="val 19422039"/>
            </a:avLst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c 48">
            <a:extLst>
              <a:ext uri="{FF2B5EF4-FFF2-40B4-BE49-F238E27FC236}">
                <a16:creationId xmlns:a16="http://schemas.microsoft.com/office/drawing/2014/main" id="{CEA6B6DD-4A1F-424C-8D61-6E103747268A}"/>
              </a:ext>
            </a:extLst>
          </p:cNvPr>
          <p:cNvSpPr/>
          <p:nvPr/>
        </p:nvSpPr>
        <p:spPr>
          <a:xfrm rot="4916484">
            <a:off x="3125269" y="4222708"/>
            <a:ext cx="2004283" cy="1357935"/>
          </a:xfrm>
          <a:prstGeom prst="arc">
            <a:avLst>
              <a:gd name="adj1" fmla="val 18717910"/>
              <a:gd name="adj2" fmla="val 20718964"/>
            </a:avLst>
          </a:prstGeom>
          <a:ln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c 56">
            <a:extLst>
              <a:ext uri="{FF2B5EF4-FFF2-40B4-BE49-F238E27FC236}">
                <a16:creationId xmlns:a16="http://schemas.microsoft.com/office/drawing/2014/main" id="{8D4125FD-A20C-2E4F-B091-FE7AE4BD90F6}"/>
              </a:ext>
            </a:extLst>
          </p:cNvPr>
          <p:cNvSpPr/>
          <p:nvPr/>
        </p:nvSpPr>
        <p:spPr>
          <a:xfrm rot="8660305">
            <a:off x="8133445" y="4331422"/>
            <a:ext cx="2004283" cy="1357935"/>
          </a:xfrm>
          <a:prstGeom prst="arc">
            <a:avLst>
              <a:gd name="adj1" fmla="val 18717910"/>
              <a:gd name="adj2" fmla="val 20718964"/>
            </a:avLst>
          </a:prstGeom>
          <a:ln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D701E329-3C85-6540-9527-3DFF3C245917}"/>
              </a:ext>
            </a:extLst>
          </p:cNvPr>
          <p:cNvSpPr/>
          <p:nvPr/>
        </p:nvSpPr>
        <p:spPr>
          <a:xfrm rot="6019339">
            <a:off x="8433097" y="1245789"/>
            <a:ext cx="1442381" cy="1062902"/>
          </a:xfrm>
          <a:prstGeom prst="arc">
            <a:avLst>
              <a:gd name="adj1" fmla="val 13442941"/>
              <a:gd name="adj2" fmla="val 15793744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223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5778</TotalTime>
  <Words>20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33</cp:revision>
  <dcterms:created xsi:type="dcterms:W3CDTF">2021-07-07T14:06:32Z</dcterms:created>
  <dcterms:modified xsi:type="dcterms:W3CDTF">2021-07-19T21:21:32Z</dcterms:modified>
</cp:coreProperties>
</file>