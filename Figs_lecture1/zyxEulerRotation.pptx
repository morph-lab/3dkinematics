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5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BD6B-99C8-CC4D-87B3-EBF2A89D7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67CAD-7BEF-8B4B-A6F4-3B2E1CF33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68528-C117-BC45-8029-7AA91649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E96A6-73F6-1146-8A4E-DCF31994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000C7-2CD2-1849-B201-A025FB46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23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6A40F-C696-B444-B27A-F92D70AD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13FE0-7D74-034B-9DB4-C067AE0C8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D6F7-7816-214C-8D27-51DA0595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1A883-528D-DC4E-9EEB-B325B99B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7D37F-5AA3-7A4D-9E30-064245CA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3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C8B0-04AA-D34C-8084-EF462927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8CB1B-5652-7044-BC48-35DA7BA05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82534-2802-AF43-B2A1-BC4DB0AF5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FB21B-C0B6-F34E-B41B-E7CFDBA3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934ED-3C8C-D345-9574-29EDE909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91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C965-15FA-0E42-ACCB-329D3429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52F57-848E-354C-A8B8-F8FC9525F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D9658-6463-384D-8D11-FD569261B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B10C2-B104-B94F-8577-2021C488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39ED9-C06F-704C-A5B4-0C5FCC12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14DAD-40CC-FD4E-836E-E657FA50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47CC-C975-C74E-823F-F9A4325F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D0B1B-D67F-0F43-B1C0-B82414B7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0DC08-37A8-334D-ADCD-3FE20C2A5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3222F-D85F-F149-A0A4-209A405DB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E5FD33-6F57-4744-8C13-354E25B7EC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9AA40-C360-4048-BF1E-BC7FE275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8D5DE-C68C-6942-BA62-0B4A216E9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8CF74A-A415-8A43-8FF0-94ABBB29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6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C60C-BF80-624D-AEF4-4B0BA3F9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DCFCB-F453-DA41-85BD-263E513C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94885-D8A8-8445-881A-45A9C905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D3F5F-F9C1-144F-90B4-A3A301D6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2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14616-677B-594B-A4F1-BB931C114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132C8-A8F0-194B-8951-2444C77D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52186-B0B2-E44B-8E70-FB4AA117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4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6A05-A418-3541-BC04-87AE06577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9B830-3FA3-9B41-B0AE-84E3F1A04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1B942-68EC-5240-886A-8221541EA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3AAE7-58B0-6848-AA15-625CE52E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6A4AC-AF7C-B945-943B-93ED1A97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FB408-1203-BC42-9862-ECE91631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74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DC93D-B406-C04A-B2BA-9D56B7747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733FD3-F132-F349-97CB-7F36BF65A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E5493-10C8-BE43-90FE-DB8EE2E96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3877F-89B2-F848-ADEA-214C5881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7FCE8-D716-7944-8D34-F8A7AA40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B8CDB-04ED-4F4C-ADB8-49E1A04D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FC5B-0E0E-B645-8BAE-6C5EBA63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5673CD-0292-D04A-9F4C-75E65F33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DA51-7F12-794E-AF76-8E251C06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6691B-C3C5-CC47-A91C-8FC5290F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5976-6884-F14C-B50E-9CF67D959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9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23B633-ABA7-FC4A-AE4C-53AC921B4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231F7-0331-A54F-9997-2B7312244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2DA8E-A70C-6548-8A51-FC93CB9D5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B1C25-332E-8142-BF08-64339AC5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DCC2-3786-124B-9A42-0F801213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8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E2DEAA-5231-0449-9296-2FF497BA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58BC1-BC61-B740-AE8F-E84C94BB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78EAC-8FEA-3F49-BF0E-C6075F4F2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8F7CE-6309-E244-AD72-B9FA6B93A376}" type="datetimeFigureOut">
              <a:rPr lang="en-US" smtClean="0"/>
              <a:t>7/19/21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B86B-DB62-5E4A-9A73-56F7EBCDD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559A-3629-EA4C-B970-ACE9261C1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C9978-268E-5C4C-8F62-6F83F7739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7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6B703AD-DE6B-5044-B14C-3BA99309B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255" y="164180"/>
            <a:ext cx="4399815" cy="3299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0EDB3-47F0-034B-ACCA-137A643E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185" y="2947375"/>
            <a:ext cx="4678576" cy="3508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19651C-44EB-9C4B-9DE3-DCF449943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09" y="3007793"/>
            <a:ext cx="4539373" cy="3404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633EB3-3095-464D-9FF1-1E69E76B0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92" y="116272"/>
            <a:ext cx="4456772" cy="334257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4F9025C5-BCB6-064D-AB63-469495405415}"/>
              </a:ext>
            </a:extLst>
          </p:cNvPr>
          <p:cNvSpPr/>
          <p:nvPr/>
        </p:nvSpPr>
        <p:spPr>
          <a:xfrm rot="3718178">
            <a:off x="6580842" y="591198"/>
            <a:ext cx="290634" cy="1133982"/>
          </a:xfrm>
          <a:prstGeom prst="arc">
            <a:avLst>
              <a:gd name="adj1" fmla="val 12972405"/>
              <a:gd name="adj2" fmla="val 144651"/>
            </a:avLst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275AE6-EC59-CE4B-9649-31D11233C030}"/>
                  </a:ext>
                </a:extLst>
              </p:cNvPr>
              <p:cNvSpPr txBox="1"/>
              <p:nvPr/>
            </p:nvSpPr>
            <p:spPr>
              <a:xfrm>
                <a:off x="7780864" y="585740"/>
                <a:ext cx="2103435" cy="470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sPre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275AE6-EC59-CE4B-9649-31D11233C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64" y="585740"/>
                <a:ext cx="2103435" cy="470642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CEEE6A-B054-8A49-ACC3-B98BF891A702}"/>
                  </a:ext>
                </a:extLst>
              </p:cNvPr>
              <p:cNvSpPr txBox="1"/>
              <p:nvPr/>
            </p:nvSpPr>
            <p:spPr>
              <a:xfrm>
                <a:off x="8120235" y="3539757"/>
                <a:ext cx="2110001" cy="472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sPre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CEEE6A-B054-8A49-ACC3-B98BF891A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0235" y="3539757"/>
                <a:ext cx="2110001" cy="472437"/>
              </a:xfrm>
              <a:prstGeom prst="rect">
                <a:avLst/>
              </a:prstGeom>
              <a:blipFill>
                <a:blip r:embed="rId7"/>
                <a:stretch>
                  <a:fillRect l="-599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916BBE-FD6B-CF43-9276-853C051BDFFC}"/>
                  </a:ext>
                </a:extLst>
              </p:cNvPr>
              <p:cNvSpPr txBox="1"/>
              <p:nvPr/>
            </p:nvSpPr>
            <p:spPr>
              <a:xfrm>
                <a:off x="3297152" y="3518922"/>
                <a:ext cx="2088777" cy="472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sPre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916BBE-FD6B-CF43-9276-853C051BD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152" y="3518922"/>
                <a:ext cx="2088777" cy="472437"/>
              </a:xfrm>
              <a:prstGeom prst="rect">
                <a:avLst/>
              </a:prstGeom>
              <a:blipFill>
                <a:blip r:embed="rId8"/>
                <a:stretch>
                  <a:fillRect l="-60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A71E79-C9F9-D546-8B2B-A7FB3AEE8CFA}"/>
              </a:ext>
            </a:extLst>
          </p:cNvPr>
          <p:cNvCxnSpPr/>
          <p:nvPr/>
        </p:nvCxnSpPr>
        <p:spPr>
          <a:xfrm>
            <a:off x="3890411" y="3027663"/>
            <a:ext cx="0" cy="59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1A31F6-C282-B145-BD84-58B817512AAA}"/>
              </a:ext>
            </a:extLst>
          </p:cNvPr>
          <p:cNvCxnSpPr>
            <a:cxnSpLocks/>
          </p:cNvCxnSpPr>
          <p:nvPr/>
        </p:nvCxnSpPr>
        <p:spPr>
          <a:xfrm>
            <a:off x="4705906" y="4236720"/>
            <a:ext cx="796828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FB5FFD-8E17-F74D-9C30-AE82F6C997BB}"/>
              </a:ext>
            </a:extLst>
          </p:cNvPr>
          <p:cNvCxnSpPr>
            <a:cxnSpLocks/>
          </p:cNvCxnSpPr>
          <p:nvPr/>
        </p:nvCxnSpPr>
        <p:spPr>
          <a:xfrm flipV="1">
            <a:off x="8641663" y="2947375"/>
            <a:ext cx="0" cy="62465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Arc 35">
            <a:extLst>
              <a:ext uri="{FF2B5EF4-FFF2-40B4-BE49-F238E27FC236}">
                <a16:creationId xmlns:a16="http://schemas.microsoft.com/office/drawing/2014/main" id="{2BBB98C1-5FA7-8D4B-A6AA-149F1661450C}"/>
              </a:ext>
            </a:extLst>
          </p:cNvPr>
          <p:cNvSpPr/>
          <p:nvPr/>
        </p:nvSpPr>
        <p:spPr>
          <a:xfrm rot="18320624" flipV="1">
            <a:off x="7784445" y="4958074"/>
            <a:ext cx="469203" cy="370333"/>
          </a:xfrm>
          <a:prstGeom prst="arc">
            <a:avLst>
              <a:gd name="adj1" fmla="val 5356251"/>
              <a:gd name="adj2" fmla="val 1446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278EB0F6-8044-AD4C-BCD5-D1CBEAD4CB7B}"/>
              </a:ext>
            </a:extLst>
          </p:cNvPr>
          <p:cNvSpPr/>
          <p:nvPr/>
        </p:nvSpPr>
        <p:spPr>
          <a:xfrm rot="2516169">
            <a:off x="7632257" y="999233"/>
            <a:ext cx="1068486" cy="1096797"/>
          </a:xfrm>
          <a:prstGeom prst="arc">
            <a:avLst>
              <a:gd name="adj1" fmla="val 17974808"/>
              <a:gd name="adj2" fmla="val 21084343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FA999CD3-8435-DF4A-A32E-D89898AA0D6D}"/>
              </a:ext>
            </a:extLst>
          </p:cNvPr>
          <p:cNvSpPr/>
          <p:nvPr/>
        </p:nvSpPr>
        <p:spPr>
          <a:xfrm rot="6120853">
            <a:off x="2409642" y="3502225"/>
            <a:ext cx="1532915" cy="1741229"/>
          </a:xfrm>
          <a:prstGeom prst="arc">
            <a:avLst>
              <a:gd name="adj1" fmla="val 18448308"/>
              <a:gd name="adj2" fmla="val 20625562"/>
            </a:avLst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E0178443-750D-6648-A1F5-FF17AEDF950E}"/>
              </a:ext>
            </a:extLst>
          </p:cNvPr>
          <p:cNvSpPr/>
          <p:nvPr/>
        </p:nvSpPr>
        <p:spPr>
          <a:xfrm rot="5072365" flipH="1">
            <a:off x="7577815" y="3640593"/>
            <a:ext cx="725835" cy="1338864"/>
          </a:xfrm>
          <a:prstGeom prst="arc">
            <a:avLst>
              <a:gd name="adj1" fmla="val 16636114"/>
              <a:gd name="adj2" fmla="val 21079121"/>
            </a:avLst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79D8B7D3-332B-7144-867F-782AD4CF82C9}"/>
              </a:ext>
            </a:extLst>
          </p:cNvPr>
          <p:cNvSpPr/>
          <p:nvPr/>
        </p:nvSpPr>
        <p:spPr>
          <a:xfrm rot="21265331" flipH="1">
            <a:off x="6457074" y="4000553"/>
            <a:ext cx="1478161" cy="2283529"/>
          </a:xfrm>
          <a:prstGeom prst="arc">
            <a:avLst>
              <a:gd name="adj1" fmla="val 16498696"/>
              <a:gd name="adj2" fmla="val 19102064"/>
            </a:avLst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5A5B3BC2-E73C-2D49-B311-8C066D823EE6}"/>
              </a:ext>
            </a:extLst>
          </p:cNvPr>
          <p:cNvSpPr/>
          <p:nvPr/>
        </p:nvSpPr>
        <p:spPr>
          <a:xfrm rot="5572095">
            <a:off x="2955919" y="3583444"/>
            <a:ext cx="98474" cy="362475"/>
          </a:xfrm>
          <a:prstGeom prst="arc">
            <a:avLst>
              <a:gd name="adj1" fmla="val 5613025"/>
              <a:gd name="adj2" fmla="val 144651"/>
            </a:avLst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44D58A-E8DE-CE4B-918A-D569DFCBCC6F}"/>
                  </a:ext>
                </a:extLst>
              </p:cNvPr>
              <p:cNvSpPr txBox="1"/>
              <p:nvPr/>
            </p:nvSpPr>
            <p:spPr>
              <a:xfrm>
                <a:off x="3668498" y="203075"/>
                <a:ext cx="3027516" cy="3069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GB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sPre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sPre>
                      <m:d>
                        <m:dPr>
                          <m:ctrlP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Pre>
                        <m:sPre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sPre>
                      <m:d>
                        <m:dPr>
                          <m:ctrlP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sPre>
                        <m:sPre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sPre>
                      <m:d>
                        <m:d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244D58A-E8DE-CE4B-918A-D569DFCBC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98" y="203075"/>
                <a:ext cx="3027516" cy="306944"/>
              </a:xfrm>
              <a:prstGeom prst="rect">
                <a:avLst/>
              </a:prstGeom>
              <a:blipFill>
                <a:blip r:embed="rId9"/>
                <a:stretch>
                  <a:fillRect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D47BC3-5A3C-2F48-886D-DC23240E9DCF}"/>
              </a:ext>
            </a:extLst>
          </p:cNvPr>
          <p:cNvCxnSpPr>
            <a:cxnSpLocks/>
          </p:cNvCxnSpPr>
          <p:nvPr/>
        </p:nvCxnSpPr>
        <p:spPr>
          <a:xfrm>
            <a:off x="4705906" y="610803"/>
            <a:ext cx="796828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c 47">
            <a:extLst>
              <a:ext uri="{FF2B5EF4-FFF2-40B4-BE49-F238E27FC236}">
                <a16:creationId xmlns:a16="http://schemas.microsoft.com/office/drawing/2014/main" id="{C70FFD4D-7BC5-9145-BA3B-CED994E25DDA}"/>
              </a:ext>
            </a:extLst>
          </p:cNvPr>
          <p:cNvSpPr/>
          <p:nvPr/>
        </p:nvSpPr>
        <p:spPr>
          <a:xfrm rot="11495857">
            <a:off x="1510444" y="3780409"/>
            <a:ext cx="2034478" cy="1331760"/>
          </a:xfrm>
          <a:prstGeom prst="arc">
            <a:avLst>
              <a:gd name="adj1" fmla="val 17212412"/>
              <a:gd name="adj2" fmla="val 19422039"/>
            </a:avLst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CEA6B6DD-4A1F-424C-8D61-6E103747268A}"/>
              </a:ext>
            </a:extLst>
          </p:cNvPr>
          <p:cNvSpPr/>
          <p:nvPr/>
        </p:nvSpPr>
        <p:spPr>
          <a:xfrm rot="8134219">
            <a:off x="6789394" y="878959"/>
            <a:ext cx="2004283" cy="1357935"/>
          </a:xfrm>
          <a:prstGeom prst="arc">
            <a:avLst>
              <a:gd name="adj1" fmla="val 17715972"/>
              <a:gd name="adj2" fmla="val 20718964"/>
            </a:avLst>
          </a:prstGeom>
          <a:ln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C038EF-7855-3C47-95E1-5E392F025C90}"/>
                  </a:ext>
                </a:extLst>
              </p:cNvPr>
              <p:cNvSpPr txBox="1"/>
              <p:nvPr/>
            </p:nvSpPr>
            <p:spPr>
              <a:xfrm>
                <a:off x="3311733" y="6412323"/>
                <a:ext cx="436080" cy="349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sPre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AC038EF-7855-3C47-95E1-5E392F02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733" y="6412323"/>
                <a:ext cx="436080" cy="349326"/>
              </a:xfrm>
              <a:prstGeom prst="rect">
                <a:avLst/>
              </a:prstGeom>
              <a:blipFill>
                <a:blip r:embed="rId10"/>
                <a:stretch>
                  <a:fillRect r="-2778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937DD09-352B-8A49-8FF4-C2880EDB0ED7}"/>
              </a:ext>
            </a:extLst>
          </p:cNvPr>
          <p:cNvSpPr txBox="1"/>
          <p:nvPr/>
        </p:nvSpPr>
        <p:spPr>
          <a:xfrm>
            <a:off x="3747813" y="6379338"/>
            <a:ext cx="465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read as frame </a:t>
            </a:r>
            <a:r>
              <a:rPr lang="en-US" i="1" dirty="0" err="1">
                <a:solidFill>
                  <a:srgbClr val="0070C0"/>
                </a:solidFill>
              </a:rPr>
              <a:t>i</a:t>
            </a:r>
            <a:r>
              <a:rPr lang="en-US" dirty="0"/>
              <a:t> seen from frame </a:t>
            </a:r>
            <a:r>
              <a:rPr lang="en-US" i="1" dirty="0">
                <a:solidFill>
                  <a:srgbClr val="0070C0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819223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4090</TotalTime>
  <Words>42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29</cp:revision>
  <dcterms:created xsi:type="dcterms:W3CDTF">2021-07-07T14:06:32Z</dcterms:created>
  <dcterms:modified xsi:type="dcterms:W3CDTF">2021-07-19T21:03:45Z</dcterms:modified>
</cp:coreProperties>
</file>