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E792-C447-B24B-A63A-8B872161F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CECC6-514A-134B-AA56-4A40C2FE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1188A-6352-5F44-B6A5-78F0032E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BD29-46F5-A54E-94D0-2337394D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0F1F4-1A2E-EA48-B8D6-6ECF6979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97F18-2E80-684F-B51A-8B3EF41C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873F4-6599-5C45-B2CC-09B0BEFFB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C5C9F-B069-6741-B373-1D3930A84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D4FA5-0821-264D-8F1E-CE535936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0C04-6470-CB4A-8959-176E8639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9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D7EC-FBEA-5844-B142-0D61881C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A3EA5-0DE0-2949-B549-037A3CECD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98DEA-0CCC-9D46-867C-1BF79A4B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74DDF-7D35-2543-A31B-DE389D695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E3D1-01A0-A64F-8F31-BC458D936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4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AEB6C-AE9E-3C4F-9527-7E0756A5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B39B6-E065-1149-AD2E-E63B37575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28C9D-8581-AA4B-917C-6B885A90C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5643E3-8EFD-874B-A77E-F23152C8A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51026-7DBD-D34E-AB28-51402552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C34FE-CF92-4148-B5C3-A4E4A65D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67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6362-A76F-3842-85EB-EA307113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6B99-58D8-EA4E-B979-FA0E48EE6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3C06D-6916-C945-BA19-E37349EB0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041AB-40B2-0D46-9F8D-9194506A39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2EC08-6B8C-BC4E-A233-1C730B9D7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244BD-6CFB-B742-AF19-0CBCE743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34D6C-052D-F44B-8BA0-8EBCD76B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0CA6AB-BB6E-E742-85C2-6F631FE2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3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0B5CF-F968-004B-835D-5A2A5C82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DFDA9-FBDF-124A-BC6A-87D43AF1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E01EB-6894-9E4D-AD19-0E775D413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CA060-7284-BE46-AA0C-4B6606A1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1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F326F-F8F2-C14D-AE54-04D0814E2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C370D9-D735-284A-AB8A-767C141A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0B235-BF8F-C540-BE21-0173211E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8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DC592-CDC1-2D45-8000-FF6CD261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5A6F7-980C-B647-A307-AA994FECC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5A24C-42F5-F646-91A2-857A96AD2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DC16A-75AE-434A-B142-436CDF55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61DF2-1525-174E-9B47-9DDAB2D1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F7FC2-F8E0-2549-8DD5-B556AA639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61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000A6-C3F4-7843-B25E-2A5DD96E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318AF-877B-1845-89D8-D77BBA056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C69DA-8D4C-184F-9940-30140534B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FBB25-70BF-B747-B884-CDA70533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C057C-A9C1-344E-8E8B-1B5018C3D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91CC4-FD09-8241-8537-8967A616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61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2C918-79A4-224D-81E2-3FA3DBA52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A3F05-8E72-B841-B8DA-911592087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9311A-AB03-8443-909E-48600D67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23DE0-9403-D94A-B8FC-00AEB75E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1EC1A-94B4-4845-A6E5-5341B6C7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4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7C38D-04E9-AF4F-A7B2-37165F9DE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47A1D-2598-F64A-B2A1-689BF46ED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A25C7-3A79-4349-8A47-1EF942A5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D4691-B251-3D4C-8475-0B491136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FD137-94CA-F647-9D5D-B7AAF1F1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24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485AD-FF1D-CE46-8477-EF8855D23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ACC7D-5F19-2A48-B233-7C187CCC1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2876-6014-6C4F-A46A-3548D5BB9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FABF1-C5A0-3A4D-AD16-615FFFA5BF10}" type="datetimeFigureOut">
              <a:rPr lang="en-US" smtClean="0"/>
              <a:t>6/14/20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137B3-FD01-9D4E-B0FC-AFDFF440B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BF34F-6F2E-4849-91A9-F8F7F88F8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D8DA0-39B1-754B-BCA7-047C1DCBF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30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19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Arc 39">
            <a:extLst>
              <a:ext uri="{FF2B5EF4-FFF2-40B4-BE49-F238E27FC236}">
                <a16:creationId xmlns:a16="http://schemas.microsoft.com/office/drawing/2014/main" id="{E32499E0-079C-4A4A-BD06-962778F83B1C}"/>
              </a:ext>
            </a:extLst>
          </p:cNvPr>
          <p:cNvSpPr/>
          <p:nvPr/>
        </p:nvSpPr>
        <p:spPr>
          <a:xfrm rot="9859949">
            <a:off x="3943663" y="2983946"/>
            <a:ext cx="405673" cy="428428"/>
          </a:xfrm>
          <a:prstGeom prst="arc">
            <a:avLst>
              <a:gd name="adj1" fmla="val 17004791"/>
              <a:gd name="adj2" fmla="val 6913053"/>
            </a:avLst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2249D3-9B5F-5F4B-ABF1-4BE7401BA9AD}"/>
              </a:ext>
            </a:extLst>
          </p:cNvPr>
          <p:cNvCxnSpPr>
            <a:cxnSpLocks/>
          </p:cNvCxnSpPr>
          <p:nvPr/>
        </p:nvCxnSpPr>
        <p:spPr>
          <a:xfrm>
            <a:off x="756745" y="3804744"/>
            <a:ext cx="1313793" cy="100899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185E3E-A88B-474C-936A-49324D57670B}"/>
              </a:ext>
            </a:extLst>
          </p:cNvPr>
          <p:cNvCxnSpPr>
            <a:cxnSpLocks/>
          </p:cNvCxnSpPr>
          <p:nvPr/>
        </p:nvCxnSpPr>
        <p:spPr>
          <a:xfrm flipV="1">
            <a:off x="756745" y="2801006"/>
            <a:ext cx="1686910" cy="100373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3965E7-D882-A149-8D4A-7F89AFB14350}"/>
              </a:ext>
            </a:extLst>
          </p:cNvPr>
          <p:cNvCxnSpPr>
            <a:cxnSpLocks/>
          </p:cNvCxnSpPr>
          <p:nvPr/>
        </p:nvCxnSpPr>
        <p:spPr>
          <a:xfrm flipV="1">
            <a:off x="762000" y="2086303"/>
            <a:ext cx="0" cy="171844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99D11E-C54C-1D43-830E-B5B6D56A614A}"/>
                  </a:ext>
                </a:extLst>
              </p:cNvPr>
              <p:cNvSpPr txBox="1"/>
              <p:nvPr/>
            </p:nvSpPr>
            <p:spPr>
              <a:xfrm>
                <a:off x="2070538" y="4457156"/>
                <a:ext cx="48769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899D11E-C54C-1D43-830E-B5B6D56A6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538" y="4457156"/>
                <a:ext cx="487698" cy="492443"/>
              </a:xfrm>
              <a:prstGeom prst="rect">
                <a:avLst/>
              </a:prstGeom>
              <a:blipFill>
                <a:blip r:embed="rId2"/>
                <a:stretch>
                  <a:fillRect l="-10256" t="-20000" r="-5128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989DD6-CF4A-404A-BC9A-15DE69AD0902}"/>
                  </a:ext>
                </a:extLst>
              </p:cNvPr>
              <p:cNvSpPr txBox="1"/>
              <p:nvPr/>
            </p:nvSpPr>
            <p:spPr>
              <a:xfrm>
                <a:off x="2185613" y="2289400"/>
                <a:ext cx="49045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989DD6-CF4A-404A-BC9A-15DE69AD0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613" y="2289400"/>
                <a:ext cx="490454" cy="492443"/>
              </a:xfrm>
              <a:prstGeom prst="rect">
                <a:avLst/>
              </a:prstGeom>
              <a:blipFill>
                <a:blip r:embed="rId3"/>
                <a:stretch>
                  <a:fillRect l="-17500" t="-23077" r="-2500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7C2F00-4709-334E-B8BE-17B8A56FF0BB}"/>
                  </a:ext>
                </a:extLst>
              </p:cNvPr>
              <p:cNvSpPr txBox="1"/>
              <p:nvPr/>
            </p:nvSpPr>
            <p:spPr>
              <a:xfrm>
                <a:off x="593295" y="1600813"/>
                <a:ext cx="46243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7C2F00-4709-334E-B8BE-17B8A56FF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95" y="1600813"/>
                <a:ext cx="462434" cy="492443"/>
              </a:xfrm>
              <a:prstGeom prst="rect">
                <a:avLst/>
              </a:prstGeom>
              <a:blipFill>
                <a:blip r:embed="rId4"/>
                <a:stretch>
                  <a:fillRect l="-10811" t="-20000" r="-540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c 12">
            <a:extLst>
              <a:ext uri="{FF2B5EF4-FFF2-40B4-BE49-F238E27FC236}">
                <a16:creationId xmlns:a16="http://schemas.microsoft.com/office/drawing/2014/main" id="{62048DC4-73E4-1E46-A90F-7407B20D994A}"/>
              </a:ext>
            </a:extLst>
          </p:cNvPr>
          <p:cNvSpPr/>
          <p:nvPr/>
        </p:nvSpPr>
        <p:spPr>
          <a:xfrm>
            <a:off x="120869" y="2456792"/>
            <a:ext cx="1103586" cy="695540"/>
          </a:xfrm>
          <a:prstGeom prst="arc">
            <a:avLst>
              <a:gd name="adj1" fmla="val 17836730"/>
              <a:gd name="adj2" fmla="val 6579227"/>
            </a:avLst>
          </a:prstGeom>
          <a:ln w="38100">
            <a:solidFill>
              <a:srgbClr val="0070C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9DC1D6-55B7-6E4B-B43B-1A8B2FC4E807}"/>
                  </a:ext>
                </a:extLst>
              </p:cNvPr>
              <p:cNvSpPr txBox="1"/>
              <p:nvPr/>
            </p:nvSpPr>
            <p:spPr>
              <a:xfrm>
                <a:off x="9647446" y="2763755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9DC1D6-55B7-6E4B-B43B-1A8B2FC4E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446" y="2763755"/>
                <a:ext cx="320409" cy="492443"/>
              </a:xfrm>
              <a:prstGeom prst="rect">
                <a:avLst/>
              </a:prstGeom>
              <a:blipFill>
                <a:blip r:embed="rId5"/>
                <a:stretch>
                  <a:fillRect l="-26923" r="-23077" b="-20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AB1B10A-CB2F-3D44-8193-16B090E353DA}"/>
              </a:ext>
            </a:extLst>
          </p:cNvPr>
          <p:cNvCxnSpPr>
            <a:cxnSpLocks/>
          </p:cNvCxnSpPr>
          <p:nvPr/>
        </p:nvCxnSpPr>
        <p:spPr>
          <a:xfrm>
            <a:off x="3765184" y="3772439"/>
            <a:ext cx="1236885" cy="1144855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24CC12-FFDC-F14A-9C6C-9C3FCBF96F40}"/>
              </a:ext>
            </a:extLst>
          </p:cNvPr>
          <p:cNvCxnSpPr>
            <a:cxnSpLocks/>
          </p:cNvCxnSpPr>
          <p:nvPr/>
        </p:nvCxnSpPr>
        <p:spPr>
          <a:xfrm flipV="1">
            <a:off x="3765184" y="2768701"/>
            <a:ext cx="1686910" cy="1003738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D2C3638-890B-D94F-850A-93E05EE4A22B}"/>
              </a:ext>
            </a:extLst>
          </p:cNvPr>
          <p:cNvCxnSpPr>
            <a:cxnSpLocks/>
          </p:cNvCxnSpPr>
          <p:nvPr/>
        </p:nvCxnSpPr>
        <p:spPr>
          <a:xfrm flipV="1">
            <a:off x="3770439" y="2053998"/>
            <a:ext cx="0" cy="171844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335ED0-44B4-AB4C-A266-9C597A34BECD}"/>
                  </a:ext>
                </a:extLst>
              </p:cNvPr>
              <p:cNvSpPr txBox="1"/>
              <p:nvPr/>
            </p:nvSpPr>
            <p:spPr>
              <a:xfrm>
                <a:off x="5299693" y="4044782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335ED0-44B4-AB4C-A266-9C597A34B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693" y="4044782"/>
                <a:ext cx="497187" cy="492443"/>
              </a:xfrm>
              <a:prstGeom prst="rect">
                <a:avLst/>
              </a:prstGeom>
              <a:blipFill>
                <a:blip r:embed="rId6"/>
                <a:stretch>
                  <a:fillRect l="-10000" t="-17500" r="-50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18230C-137E-2446-9B0A-2D6FF737F94F}"/>
                  </a:ext>
                </a:extLst>
              </p:cNvPr>
              <p:cNvSpPr txBox="1"/>
              <p:nvPr/>
            </p:nvSpPr>
            <p:spPr>
              <a:xfrm>
                <a:off x="4502124" y="2229190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D18230C-137E-2446-9B0A-2D6FF737F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124" y="2229190"/>
                <a:ext cx="499945" cy="492443"/>
              </a:xfrm>
              <a:prstGeom prst="rect">
                <a:avLst/>
              </a:prstGeom>
              <a:blipFill>
                <a:blip r:embed="rId7"/>
                <a:stretch>
                  <a:fillRect l="-14634" t="-20513" r="-4878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4E4D9C-99F0-4F41-B2CC-8470C3C09A5C}"/>
                  </a:ext>
                </a:extLst>
              </p:cNvPr>
              <p:cNvSpPr txBox="1"/>
              <p:nvPr/>
            </p:nvSpPr>
            <p:spPr>
              <a:xfrm>
                <a:off x="3601734" y="1568508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4E4D9C-99F0-4F41-B2CC-8470C3C09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734" y="1568508"/>
                <a:ext cx="471924" cy="492443"/>
              </a:xfrm>
              <a:prstGeom prst="rect">
                <a:avLst/>
              </a:prstGeom>
              <a:blipFill>
                <a:blip r:embed="rId8"/>
                <a:stretch>
                  <a:fillRect l="-10526" t="-20513" r="-5263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7DC98-EF26-9440-B1AB-2FD931A68572}"/>
                  </a:ext>
                </a:extLst>
              </p:cNvPr>
              <p:cNvSpPr txBox="1"/>
              <p:nvPr/>
            </p:nvSpPr>
            <p:spPr>
              <a:xfrm>
                <a:off x="7417570" y="4658661"/>
                <a:ext cx="32040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F7DC98-EF26-9440-B1AB-2FD931A68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570" y="4658661"/>
                <a:ext cx="320409" cy="492443"/>
              </a:xfrm>
              <a:prstGeom prst="rect">
                <a:avLst/>
              </a:prstGeom>
              <a:blipFill>
                <a:blip r:embed="rId9"/>
                <a:stretch>
                  <a:fillRect l="-26923" r="-23077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FD0B59-C4A5-6F48-BBCF-BD887C78E3E8}"/>
              </a:ext>
            </a:extLst>
          </p:cNvPr>
          <p:cNvCxnSpPr>
            <a:cxnSpLocks/>
          </p:cNvCxnSpPr>
          <p:nvPr/>
        </p:nvCxnSpPr>
        <p:spPr>
          <a:xfrm>
            <a:off x="3775695" y="3772439"/>
            <a:ext cx="1551848" cy="70775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3B1B21-C8A4-C542-A42A-F2725F8F1004}"/>
              </a:ext>
            </a:extLst>
          </p:cNvPr>
          <p:cNvCxnSpPr>
            <a:cxnSpLocks/>
          </p:cNvCxnSpPr>
          <p:nvPr/>
        </p:nvCxnSpPr>
        <p:spPr>
          <a:xfrm flipV="1">
            <a:off x="3780161" y="2749538"/>
            <a:ext cx="828478" cy="10133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>
            <a:extLst>
              <a:ext uri="{FF2B5EF4-FFF2-40B4-BE49-F238E27FC236}">
                <a16:creationId xmlns:a16="http://schemas.microsoft.com/office/drawing/2014/main" id="{ADC28051-138E-6C4A-8C5D-6224D3B41531}"/>
              </a:ext>
            </a:extLst>
          </p:cNvPr>
          <p:cNvSpPr/>
          <p:nvPr/>
        </p:nvSpPr>
        <p:spPr>
          <a:xfrm rot="4329176">
            <a:off x="3783297" y="3507986"/>
            <a:ext cx="1103586" cy="954129"/>
          </a:xfrm>
          <a:prstGeom prst="arc">
            <a:avLst>
              <a:gd name="adj1" fmla="val 19039734"/>
              <a:gd name="adj2" fmla="val 21508047"/>
            </a:avLst>
          </a:prstGeom>
          <a:ln w="3810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5DF1109B-9468-EE4D-8164-C94EE4DF33EC}"/>
              </a:ext>
            </a:extLst>
          </p:cNvPr>
          <p:cNvSpPr/>
          <p:nvPr/>
        </p:nvSpPr>
        <p:spPr>
          <a:xfrm rot="19594230">
            <a:off x="3682283" y="3070395"/>
            <a:ext cx="1103586" cy="954129"/>
          </a:xfrm>
          <a:prstGeom prst="arc">
            <a:avLst>
              <a:gd name="adj1" fmla="val 19039734"/>
              <a:gd name="adj2" fmla="val 21508047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AF1E38-F7C3-EC42-8F7D-82E0AFAE0E7A}"/>
                  </a:ext>
                </a:extLst>
              </p:cNvPr>
              <p:cNvSpPr txBox="1"/>
              <p:nvPr/>
            </p:nvSpPr>
            <p:spPr>
              <a:xfrm>
                <a:off x="4001451" y="2402543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AF1E38-F7C3-EC42-8F7D-82E0AFAE0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451" y="2402543"/>
                <a:ext cx="353878" cy="492443"/>
              </a:xfrm>
              <a:prstGeom prst="rect">
                <a:avLst/>
              </a:prstGeom>
              <a:blipFill>
                <a:blip r:embed="rId10"/>
                <a:stretch>
                  <a:fillRect l="-37931" r="-31034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6541E91-E933-B64B-8A4F-4833B424920B}"/>
              </a:ext>
            </a:extLst>
          </p:cNvPr>
          <p:cNvCxnSpPr>
            <a:cxnSpLocks/>
          </p:cNvCxnSpPr>
          <p:nvPr/>
        </p:nvCxnSpPr>
        <p:spPr>
          <a:xfrm flipV="1">
            <a:off x="6931278" y="2060028"/>
            <a:ext cx="0" cy="1718441"/>
          </a:xfrm>
          <a:prstGeom prst="straightConnector1">
            <a:avLst/>
          </a:prstGeom>
          <a:ln w="381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F29A29F-E9EE-D24E-BAEE-39871C8593F0}"/>
                  </a:ext>
                </a:extLst>
              </p:cNvPr>
              <p:cNvSpPr txBox="1"/>
              <p:nvPr/>
            </p:nvSpPr>
            <p:spPr>
              <a:xfrm>
                <a:off x="8060872" y="4734138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F29A29F-E9EE-D24E-BAEE-39871C859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0872" y="4734138"/>
                <a:ext cx="497187" cy="492443"/>
              </a:xfrm>
              <a:prstGeom prst="rect">
                <a:avLst/>
              </a:prstGeom>
              <a:blipFill>
                <a:blip r:embed="rId11"/>
                <a:stretch>
                  <a:fillRect l="-10000" t="-20000" r="-500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382E88-194F-EF47-A8C9-8DBC3C7E5992}"/>
                  </a:ext>
                </a:extLst>
              </p:cNvPr>
              <p:cNvSpPr txBox="1"/>
              <p:nvPr/>
            </p:nvSpPr>
            <p:spPr>
              <a:xfrm>
                <a:off x="7766852" y="2397739"/>
                <a:ext cx="49994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1382E88-194F-EF47-A8C9-8DBC3C7E5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852" y="2397739"/>
                <a:ext cx="499945" cy="492443"/>
              </a:xfrm>
              <a:prstGeom prst="rect">
                <a:avLst/>
              </a:prstGeom>
              <a:blipFill>
                <a:blip r:embed="rId12"/>
                <a:stretch>
                  <a:fillRect l="-23077" t="-20000" r="-5128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CBADC9A-EE91-2B47-8937-26AD109224EA}"/>
                  </a:ext>
                </a:extLst>
              </p:cNvPr>
              <p:cNvSpPr txBox="1"/>
              <p:nvPr/>
            </p:nvSpPr>
            <p:spPr>
              <a:xfrm>
                <a:off x="7427708" y="1888401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CBADC9A-EE91-2B47-8937-26AD10922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7708" y="1888401"/>
                <a:ext cx="471924" cy="492443"/>
              </a:xfrm>
              <a:prstGeom prst="rect">
                <a:avLst/>
              </a:prstGeom>
              <a:blipFill>
                <a:blip r:embed="rId13"/>
                <a:stretch>
                  <a:fillRect l="-10526" t="-20513" r="-526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B41D0DC-0E85-9041-8961-C9249A37EEB9}"/>
              </a:ext>
            </a:extLst>
          </p:cNvPr>
          <p:cNvCxnSpPr>
            <a:cxnSpLocks/>
          </p:cNvCxnSpPr>
          <p:nvPr/>
        </p:nvCxnSpPr>
        <p:spPr>
          <a:xfrm>
            <a:off x="6936534" y="3778469"/>
            <a:ext cx="1551848" cy="707750"/>
          </a:xfrm>
          <a:prstGeom prst="straightConnector1">
            <a:avLst/>
          </a:prstGeom>
          <a:ln w="38100">
            <a:solidFill>
              <a:srgbClr val="92D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A2514C7-4446-4D43-9944-6366AA3383D9}"/>
              </a:ext>
            </a:extLst>
          </p:cNvPr>
          <p:cNvCxnSpPr>
            <a:cxnSpLocks/>
          </p:cNvCxnSpPr>
          <p:nvPr/>
        </p:nvCxnSpPr>
        <p:spPr>
          <a:xfrm flipV="1">
            <a:off x="6941000" y="2755568"/>
            <a:ext cx="828478" cy="10133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9C8527-D5DF-5944-AA34-A317E9B20E5D}"/>
                  </a:ext>
                </a:extLst>
              </p:cNvPr>
              <p:cNvSpPr txBox="1"/>
              <p:nvPr/>
            </p:nvSpPr>
            <p:spPr>
              <a:xfrm>
                <a:off x="7001361" y="2380278"/>
                <a:ext cx="3538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3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9C8527-D5DF-5944-AA34-A317E9B20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361" y="2380278"/>
                <a:ext cx="353878" cy="492443"/>
              </a:xfrm>
              <a:prstGeom prst="rect">
                <a:avLst/>
              </a:prstGeom>
              <a:blipFill>
                <a:blip r:embed="rId14"/>
                <a:stretch>
                  <a:fillRect l="-34483" r="-31034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FD5BEDC-AD5A-3F4C-A207-E0CA595EE5FD}"/>
              </a:ext>
            </a:extLst>
          </p:cNvPr>
          <p:cNvCxnSpPr>
            <a:cxnSpLocks/>
          </p:cNvCxnSpPr>
          <p:nvPr/>
        </p:nvCxnSpPr>
        <p:spPr>
          <a:xfrm flipV="1">
            <a:off x="6941000" y="2349059"/>
            <a:ext cx="619488" cy="141982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8BB01F5-E8C2-2C41-9E93-B497B57EB18E}"/>
              </a:ext>
            </a:extLst>
          </p:cNvPr>
          <p:cNvCxnSpPr>
            <a:cxnSpLocks/>
          </p:cNvCxnSpPr>
          <p:nvPr/>
        </p:nvCxnSpPr>
        <p:spPr>
          <a:xfrm>
            <a:off x="6931278" y="3771606"/>
            <a:ext cx="1184468" cy="120875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Arc 66">
            <a:extLst>
              <a:ext uri="{FF2B5EF4-FFF2-40B4-BE49-F238E27FC236}">
                <a16:creationId xmlns:a16="http://schemas.microsoft.com/office/drawing/2014/main" id="{CEBC748B-4C8D-0B40-831C-2E50135B6957}"/>
              </a:ext>
            </a:extLst>
          </p:cNvPr>
          <p:cNvSpPr/>
          <p:nvPr/>
        </p:nvSpPr>
        <p:spPr>
          <a:xfrm rot="19594230">
            <a:off x="6237750" y="2853830"/>
            <a:ext cx="1103586" cy="954129"/>
          </a:xfrm>
          <a:prstGeom prst="arc">
            <a:avLst>
              <a:gd name="adj1" fmla="val 19039734"/>
              <a:gd name="adj2" fmla="val 21508047"/>
            </a:avLst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Arc 67">
            <a:extLst>
              <a:ext uri="{FF2B5EF4-FFF2-40B4-BE49-F238E27FC236}">
                <a16:creationId xmlns:a16="http://schemas.microsoft.com/office/drawing/2014/main" id="{E89B60C2-5A3C-C94B-B61C-5BEA95627D5D}"/>
              </a:ext>
            </a:extLst>
          </p:cNvPr>
          <p:cNvSpPr/>
          <p:nvPr/>
        </p:nvSpPr>
        <p:spPr>
          <a:xfrm rot="3263163">
            <a:off x="6819514" y="3656292"/>
            <a:ext cx="1103586" cy="954129"/>
          </a:xfrm>
          <a:prstGeom prst="arc">
            <a:avLst>
              <a:gd name="adj1" fmla="val 19039734"/>
              <a:gd name="adj2" fmla="val 21508047"/>
            </a:avLst>
          </a:prstGeom>
          <a:ln w="381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c 45">
            <a:extLst>
              <a:ext uri="{FF2B5EF4-FFF2-40B4-BE49-F238E27FC236}">
                <a16:creationId xmlns:a16="http://schemas.microsoft.com/office/drawing/2014/main" id="{C4DB9C99-7BF2-E447-8A11-2A0D10950004}"/>
              </a:ext>
            </a:extLst>
          </p:cNvPr>
          <p:cNvSpPr/>
          <p:nvPr/>
        </p:nvSpPr>
        <p:spPr>
          <a:xfrm rot="9859949">
            <a:off x="7776401" y="4574267"/>
            <a:ext cx="405673" cy="428428"/>
          </a:xfrm>
          <a:prstGeom prst="arc">
            <a:avLst>
              <a:gd name="adj1" fmla="val 17004791"/>
              <a:gd name="adj2" fmla="val 6913053"/>
            </a:avLst>
          </a:prstGeom>
          <a:ln w="38100">
            <a:solidFill>
              <a:srgbClr val="92D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63DC1C9-FEE4-CA4A-A9DE-6DBEFC7A9456}"/>
                  </a:ext>
                </a:extLst>
              </p:cNvPr>
              <p:cNvSpPr txBox="1"/>
              <p:nvPr/>
            </p:nvSpPr>
            <p:spPr>
              <a:xfrm>
                <a:off x="4655048" y="4238740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63DC1C9-FEE4-CA4A-A9DE-6DBEFC7A9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5048" y="4238740"/>
                <a:ext cx="352276" cy="492443"/>
              </a:xfrm>
              <a:prstGeom prst="rect">
                <a:avLst/>
              </a:prstGeom>
              <a:blipFill>
                <a:blip r:embed="rId15"/>
                <a:stretch>
                  <a:fillRect l="-14286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E0FD972-0D97-C047-88D8-97F63430C05A}"/>
              </a:ext>
            </a:extLst>
          </p:cNvPr>
          <p:cNvCxnSpPr/>
          <p:nvPr/>
        </p:nvCxnSpPr>
        <p:spPr>
          <a:xfrm flipV="1">
            <a:off x="756745" y="3770269"/>
            <a:ext cx="10384221" cy="150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6A4328B-5218-F045-8437-0985D3647E89}"/>
                  </a:ext>
                </a:extLst>
              </p:cNvPr>
              <p:cNvSpPr txBox="1"/>
              <p:nvPr/>
            </p:nvSpPr>
            <p:spPr>
              <a:xfrm>
                <a:off x="11271775" y="4739396"/>
                <a:ext cx="497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6A4328B-5218-F045-8437-0985D3647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775" y="4739396"/>
                <a:ext cx="497187" cy="492443"/>
              </a:xfrm>
              <a:prstGeom prst="rect">
                <a:avLst/>
              </a:prstGeom>
              <a:blipFill>
                <a:blip r:embed="rId16"/>
                <a:stretch>
                  <a:fillRect l="-12821" t="-20000" r="-2564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AA75C5-EEBA-7D4E-B378-D7FC24700502}"/>
                  </a:ext>
                </a:extLst>
              </p:cNvPr>
              <p:cNvSpPr txBox="1"/>
              <p:nvPr/>
            </p:nvSpPr>
            <p:spPr>
              <a:xfrm>
                <a:off x="10133927" y="1887835"/>
                <a:ext cx="48237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AA75C5-EEBA-7D4E-B378-D7FC24700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927" y="1887835"/>
                <a:ext cx="482375" cy="492443"/>
              </a:xfrm>
              <a:prstGeom prst="rect">
                <a:avLst/>
              </a:prstGeom>
              <a:blipFill>
                <a:blip r:embed="rId17"/>
                <a:stretch>
                  <a:fillRect l="-17949" t="-20513" r="-5128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0435632-4B3F-A445-835F-BA3ED5832F3C}"/>
                  </a:ext>
                </a:extLst>
              </p:cNvPr>
              <p:cNvSpPr txBox="1"/>
              <p:nvPr/>
            </p:nvSpPr>
            <p:spPr>
              <a:xfrm>
                <a:off x="8777491" y="2958775"/>
                <a:ext cx="4719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0435632-4B3F-A445-835F-BA3ED5832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7491" y="2958775"/>
                <a:ext cx="471924" cy="492443"/>
              </a:xfrm>
              <a:prstGeom prst="rect">
                <a:avLst/>
              </a:prstGeom>
              <a:blipFill>
                <a:blip r:embed="rId18"/>
                <a:stretch>
                  <a:fillRect l="-7895" t="-20000" r="-526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F4FA7C5-8441-8448-A67A-F137494770B6}"/>
              </a:ext>
            </a:extLst>
          </p:cNvPr>
          <p:cNvCxnSpPr>
            <a:cxnSpLocks/>
          </p:cNvCxnSpPr>
          <p:nvPr/>
        </p:nvCxnSpPr>
        <p:spPr>
          <a:xfrm flipV="1">
            <a:off x="10151903" y="2760826"/>
            <a:ext cx="828478" cy="1013320"/>
          </a:xfrm>
          <a:prstGeom prst="straightConnector1">
            <a:avLst/>
          </a:prstGeom>
          <a:ln w="381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ED6E25D-9047-2344-A460-FBB9507B7739}"/>
                  </a:ext>
                </a:extLst>
              </p:cNvPr>
              <p:cNvSpPr txBox="1"/>
              <p:nvPr/>
            </p:nvSpPr>
            <p:spPr>
              <a:xfrm>
                <a:off x="1403424" y="772124"/>
                <a:ext cx="56521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2ED6E25D-9047-2344-A460-FBB9507B7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424" y="772124"/>
                <a:ext cx="565218" cy="492443"/>
              </a:xfrm>
              <a:prstGeom prst="rect">
                <a:avLst/>
              </a:prstGeom>
              <a:blipFill>
                <a:blip r:embed="rId19"/>
                <a:stretch>
                  <a:fillRect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FC7AB78-2231-6548-AD2C-7B7D5C48B4E4}"/>
              </a:ext>
            </a:extLst>
          </p:cNvPr>
          <p:cNvCxnSpPr>
            <a:cxnSpLocks/>
          </p:cNvCxnSpPr>
          <p:nvPr/>
        </p:nvCxnSpPr>
        <p:spPr>
          <a:xfrm flipV="1">
            <a:off x="10151903" y="2354317"/>
            <a:ext cx="619488" cy="1419829"/>
          </a:xfrm>
          <a:prstGeom prst="straightConnector1">
            <a:avLst/>
          </a:prstGeom>
          <a:ln w="38100"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E7D1590-887B-E94C-A4D7-2047D68CFE0F}"/>
              </a:ext>
            </a:extLst>
          </p:cNvPr>
          <p:cNvCxnSpPr>
            <a:cxnSpLocks/>
          </p:cNvCxnSpPr>
          <p:nvPr/>
        </p:nvCxnSpPr>
        <p:spPr>
          <a:xfrm>
            <a:off x="10142181" y="3776864"/>
            <a:ext cx="1184468" cy="120875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Arc 80">
            <a:extLst>
              <a:ext uri="{FF2B5EF4-FFF2-40B4-BE49-F238E27FC236}">
                <a16:creationId xmlns:a16="http://schemas.microsoft.com/office/drawing/2014/main" id="{56ED4630-C2B6-E042-A204-40D00902BF2D}"/>
              </a:ext>
            </a:extLst>
          </p:cNvPr>
          <p:cNvSpPr/>
          <p:nvPr/>
        </p:nvSpPr>
        <p:spPr>
          <a:xfrm rot="17204234">
            <a:off x="9560363" y="3272049"/>
            <a:ext cx="1103586" cy="954129"/>
          </a:xfrm>
          <a:prstGeom prst="arc">
            <a:avLst>
              <a:gd name="adj1" fmla="val 16170553"/>
              <a:gd name="adj2" fmla="val 586312"/>
            </a:avLst>
          </a:prstGeom>
          <a:ln w="3810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F71174C-63B8-A04D-AC8C-61281608C194}"/>
                  </a:ext>
                </a:extLst>
              </p:cNvPr>
              <p:cNvSpPr txBox="1"/>
              <p:nvPr/>
            </p:nvSpPr>
            <p:spPr>
              <a:xfrm>
                <a:off x="1126330" y="2153120"/>
                <a:ext cx="3522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F71174C-63B8-A04D-AC8C-61281608C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330" y="2153120"/>
                <a:ext cx="352276" cy="492443"/>
              </a:xfrm>
              <a:prstGeom prst="rect">
                <a:avLst/>
              </a:prstGeom>
              <a:blipFill>
                <a:blip r:embed="rId20"/>
                <a:stretch>
                  <a:fillRect l="-14286" r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0E51E1C-2783-CB4B-BFCC-1226C1895506}"/>
              </a:ext>
            </a:extLst>
          </p:cNvPr>
          <p:cNvCxnSpPr>
            <a:cxnSpLocks/>
          </p:cNvCxnSpPr>
          <p:nvPr/>
        </p:nvCxnSpPr>
        <p:spPr>
          <a:xfrm flipH="1" flipV="1">
            <a:off x="8705644" y="3483977"/>
            <a:ext cx="1446259" cy="278882"/>
          </a:xfrm>
          <a:prstGeom prst="straightConnector1">
            <a:avLst/>
          </a:prstGeom>
          <a:ln w="38100">
            <a:solidFill>
              <a:schemeClr val="accent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1B3F3E7-FBDF-2C45-9929-49965A1E90C0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10167734" y="2380278"/>
            <a:ext cx="207381" cy="1371348"/>
          </a:xfrm>
          <a:prstGeom prst="straightConnector1">
            <a:avLst/>
          </a:prstGeom>
          <a:ln w="381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96BBB6-971A-624B-AA1F-1BBE583845B0}"/>
                  </a:ext>
                </a:extLst>
              </p:cNvPr>
              <p:cNvSpPr txBox="1"/>
              <p:nvPr/>
            </p:nvSpPr>
            <p:spPr>
              <a:xfrm>
                <a:off x="9883045" y="772125"/>
                <a:ext cx="55361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396BBB6-971A-624B-AA1F-1BBE58384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045" y="772125"/>
                <a:ext cx="553613" cy="492443"/>
              </a:xfrm>
              <a:prstGeom prst="rect">
                <a:avLst/>
              </a:prstGeom>
              <a:blipFill>
                <a:blip r:embed="rId21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FCB255C-6B7E-F846-8D4A-138308EBD4E4}"/>
              </a:ext>
            </a:extLst>
          </p:cNvPr>
          <p:cNvCxnSpPr/>
          <p:nvPr/>
        </p:nvCxnSpPr>
        <p:spPr>
          <a:xfrm>
            <a:off x="2358539" y="3785360"/>
            <a:ext cx="39939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C93ECA1-A7D8-144D-ACA1-6ED3E8176FC3}"/>
              </a:ext>
            </a:extLst>
          </p:cNvPr>
          <p:cNvCxnSpPr/>
          <p:nvPr/>
        </p:nvCxnSpPr>
        <p:spPr>
          <a:xfrm>
            <a:off x="5452094" y="3781741"/>
            <a:ext cx="39939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13EF705-E52C-7A40-A0D8-AEDD96F9AE18}"/>
              </a:ext>
            </a:extLst>
          </p:cNvPr>
          <p:cNvCxnSpPr/>
          <p:nvPr/>
        </p:nvCxnSpPr>
        <p:spPr>
          <a:xfrm>
            <a:off x="8158666" y="3787374"/>
            <a:ext cx="399393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37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20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5</cp:revision>
  <dcterms:created xsi:type="dcterms:W3CDTF">2020-06-14T08:27:37Z</dcterms:created>
  <dcterms:modified xsi:type="dcterms:W3CDTF">2020-06-14T09:08:06Z</dcterms:modified>
</cp:coreProperties>
</file>