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24"/>
    <p:restoredTop sz="94617"/>
  </p:normalViewPr>
  <p:slideViewPr>
    <p:cSldViewPr snapToGrid="0" snapToObjects="1">
      <p:cViewPr varScale="1">
        <p:scale>
          <a:sx n="73" d="100"/>
          <a:sy n="73" d="100"/>
        </p:scale>
        <p:origin x="224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37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8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8/5/17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3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8/5/17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0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8/5/17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5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4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7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E6520-D9D5-5647-B367-F871FA2E3EAB}" type="datetimeFigureOut">
              <a:rPr lang="en-US" smtClean="0"/>
              <a:t>8/5/17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f"/><Relationship Id="rId3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49" y="1076179"/>
            <a:ext cx="5984027" cy="4055110"/>
          </a:xfrm>
          <a:prstGeom prst="rect">
            <a:avLst/>
          </a:prstGeom>
        </p:spPr>
      </p:pic>
      <p:cxnSp>
        <p:nvCxnSpPr>
          <p:cNvPr id="30" name="Straight Arrow Connector 29"/>
          <p:cNvCxnSpPr/>
          <p:nvPr/>
        </p:nvCxnSpPr>
        <p:spPr>
          <a:xfrm flipH="1">
            <a:off x="4818184" y="3052470"/>
            <a:ext cx="923193" cy="407328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5732584" y="3103734"/>
            <a:ext cx="8793" cy="887974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786804" y="3052470"/>
            <a:ext cx="743811" cy="407328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4818184" y="2074985"/>
            <a:ext cx="461596" cy="445575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H="1">
            <a:off x="3637688" y="2113232"/>
            <a:ext cx="923193" cy="407328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V="1">
            <a:off x="4812450" y="883176"/>
            <a:ext cx="673950" cy="1039605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777" y="1076178"/>
            <a:ext cx="3880338" cy="395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761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11</cp:revision>
  <cp:lastPrinted>2017-08-02T13:25:25Z</cp:lastPrinted>
  <dcterms:created xsi:type="dcterms:W3CDTF">2017-08-02T13:05:09Z</dcterms:created>
  <dcterms:modified xsi:type="dcterms:W3CDTF">2017-08-05T14:00:35Z</dcterms:modified>
</cp:coreProperties>
</file>