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4"/>
    <p:restoredTop sz="94617"/>
  </p:normalViewPr>
  <p:slideViewPr>
    <p:cSldViewPr snapToGrid="0" snapToObjects="1">
      <p:cViewPr varScale="1">
        <p:scale>
          <a:sx n="73" d="100"/>
          <a:sy n="73" d="100"/>
        </p:scale>
        <p:origin x="22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8/6/17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40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14</cp:revision>
  <cp:lastPrinted>2017-08-06T09:12:22Z</cp:lastPrinted>
  <dcterms:created xsi:type="dcterms:W3CDTF">2017-08-02T13:05:09Z</dcterms:created>
  <dcterms:modified xsi:type="dcterms:W3CDTF">2017-08-06T14:50:21Z</dcterms:modified>
</cp:coreProperties>
</file>