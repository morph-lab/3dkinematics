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0659-672E-9246-A878-AAB32DA72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B904-5596-6F40-8C96-B0A50E8D2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01A25-2D53-B845-82FF-A08385C6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07413-49DA-3541-8BFC-0C8417F7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5B166-F7A5-BF43-9518-9FFA9B2D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9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0FE6-5790-F14C-B55A-6F55D10F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0FD3-9DD6-0F44-9666-CAC02AC4F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5F3F-2984-7447-B3EA-6B321B7B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61481-AD82-834F-A1B8-3BEB914B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CD398-52A1-5441-928C-24384048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2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B97F-26B4-C04B-8913-8A3FA97CC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65998-2249-EA4C-965A-10175C1B7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57202-3E87-0545-B0B7-7F7BAE2F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90126-3C3E-9542-BB44-E80D5A0B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CE028-FEDD-BC46-9D01-123A1E56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1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D5F6-BC3A-2549-895B-5A4127196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A8EF6-1681-6A4E-B124-49FAE7E2F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8B38-0331-0B49-8A4F-C3EFC3402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20812-1D9A-2046-8447-C2CBE596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E454B-F94B-9C49-8F6A-B7EF61C1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91127-FB64-0B42-AA56-5B5E69B5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98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09F1-54F3-A44D-936A-88A52FFE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51E04-2ADF-F044-9DD7-248573A13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F3A6C-BF34-BC40-BB15-82C09D4DD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B8B07-9EFA-A74C-A30F-B0C99B3C1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F98A4-464B-2542-A4A2-21D10CFB5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9B8D9-7DA6-EE4C-8EB7-450155CD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E31BE-0935-A946-90D2-38DBE7BF7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F04AB4-9FEF-764C-804C-7A6691536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2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8F4F-CB1B-764C-9E7B-23CDBAA5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E55EF-575D-7D4B-8FA0-744ED359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4DE96-E593-2849-BFEC-50D7E6B8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E3118-8F4B-4448-9AF2-5890EADC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5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63373-76FB-4149-82D5-21B33971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DF659-C3E8-3B49-9F5A-9C3847B2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3A979-4AD8-D248-8B9E-9BC0E71D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5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EBF4-F671-8F4A-B767-4F6B2ADBC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1600E-1550-8948-979B-7540B13AB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8555F-24FC-CE4B-973A-A6668C4DF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16392-DB69-9A4F-87DA-47B997E9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F8F5D-0D95-0E4D-B76A-277DC6D5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D0962-6EC5-4746-ADD0-27A338AB4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5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40BC-77F4-D44B-95F3-2AD6CED55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53406-88CA-AD4C-9E3C-A9E95C0CE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CC1BC-DF08-3B4F-92A8-6B504C787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D2942-5B2F-7946-B1C9-1A788286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8F482-E9C1-2A4E-BAF3-3174B859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B88BB-E767-0242-9636-72D57B04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6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BB05-ED92-4D41-BD38-4AC9167C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1AB82-6079-5743-9AA1-A297F9569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2D6E6-F6D7-774C-963E-F78BCD564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E24F4-2F5F-F849-9921-372EE03A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2984C-3640-254C-A70A-0524194B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4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3738C-E502-404F-992F-152E30629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187BD-B3C8-1C4E-9337-8B6BED830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B4952-CE4F-1649-87AC-B7F295ED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D6C5-F1BA-4E40-8DDE-A9AD1523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97B76-8231-9E49-AC0D-B7601C75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5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AF7731-36D1-D140-A375-0CF7B8AEA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2376A-8BB5-E748-B8D7-6FB563E3F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9FAAC-20E5-2947-9290-567E6918F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BB039-178D-9943-B414-4A557C9F1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CB703-5411-5C4D-BCC7-9E6970A35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1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BDE9C8F6-897A-294F-BCDD-DA24F68D7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22433"/>
            <a:ext cx="4195190" cy="49998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C78FEE-5EE0-5B40-B78D-390455219A73}"/>
              </a:ext>
            </a:extLst>
          </p:cNvPr>
          <p:cNvSpPr/>
          <p:nvPr/>
        </p:nvSpPr>
        <p:spPr>
          <a:xfrm>
            <a:off x="94735" y="5842873"/>
            <a:ext cx="120972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/>
              <a:t>Sadati</a:t>
            </a:r>
            <a:r>
              <a:rPr lang="en-GB" dirty="0"/>
              <a:t>, S. H., Shiva, A., Herzig, N., Rucker, C. D., Hauser, H., Walker, I. D., ... &amp; </a:t>
            </a:r>
            <a:r>
              <a:rPr lang="en-GB" dirty="0" err="1"/>
              <a:t>Nanayakkara</a:t>
            </a:r>
            <a:r>
              <a:rPr lang="en-GB" dirty="0"/>
              <a:t>, T. (2020). Stiffness Imaging With a Continuum Appendage: Real-Time Shape and Tip Force Estimation From Base Load Readings. </a:t>
            </a:r>
            <a:r>
              <a:rPr lang="en-GB" i="1" dirty="0"/>
              <a:t>IEEE Robotics and Automation Letters</a:t>
            </a:r>
            <a:r>
              <a:rPr lang="en-GB" dirty="0"/>
              <a:t>, </a:t>
            </a:r>
            <a:r>
              <a:rPr lang="en-GB" i="1" dirty="0"/>
              <a:t>5</a:t>
            </a:r>
            <a:r>
              <a:rPr lang="en-GB" dirty="0"/>
              <a:t>(2), 2824-2831.</a:t>
            </a:r>
          </a:p>
        </p:txBody>
      </p:sp>
      <p:pic>
        <p:nvPicPr>
          <p:cNvPr id="9" name="Picture 8" descr="A close up of a device&#10;&#10;Description automatically generated">
            <a:extLst>
              <a:ext uri="{FF2B5EF4-FFF2-40B4-BE49-F238E27FC236}">
                <a16:creationId xmlns:a16="http://schemas.microsoft.com/office/drawing/2014/main" id="{49BBB887-4730-8C45-B3A7-851AC5B90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12573" y="422433"/>
            <a:ext cx="3841020" cy="465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02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67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4</cp:revision>
  <dcterms:created xsi:type="dcterms:W3CDTF">2020-07-20T09:05:40Z</dcterms:created>
  <dcterms:modified xsi:type="dcterms:W3CDTF">2020-07-20T09:40:19Z</dcterms:modified>
</cp:coreProperties>
</file>