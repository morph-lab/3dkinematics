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0659-672E-9246-A878-AAB32DA7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B904-5596-6F40-8C96-B0A50E8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1A25-2D53-B845-82FF-A08385C6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7413-49DA-3541-8BFC-0C8417F7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5B166-F7A5-BF43-9518-9FFA9B2D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0FE6-5790-F14C-B55A-6F55D10F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0FD3-9DD6-0F44-9666-CAC02AC4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5F3F-2984-7447-B3EA-6B321B7B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61481-AD82-834F-A1B8-3BEB914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D398-52A1-5441-928C-24384048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B97F-26B4-C04B-8913-8A3FA97C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5998-2249-EA4C-965A-10175C1B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7202-3E87-0545-B0B7-7F7BAE2F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0126-3C3E-9542-BB44-E80D5A0B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E028-FEDD-BC46-9D01-123A1E56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D5F6-BC3A-2549-895B-5A412719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8EF6-1681-6A4E-B124-49FAE7E2F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8B38-0331-0B49-8A4F-C3EFC3402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0812-1D9A-2046-8447-C2CBE596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454B-F94B-9C49-8F6A-B7EF61C1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91127-FB64-0B42-AA56-5B5E69B5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09F1-54F3-A44D-936A-88A52FFE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51E04-2ADF-F044-9DD7-248573A13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F3A6C-BF34-BC40-BB15-82C09D4D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B8B07-9EFA-A74C-A30F-B0C99B3C1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F98A4-464B-2542-A4A2-21D10CFB5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B8D9-7DA6-EE4C-8EB7-450155CD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E31BE-0935-A946-90D2-38DBE7BF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04AB4-9FEF-764C-804C-7A669153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8F4F-CB1B-764C-9E7B-23CDBAA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E55EF-575D-7D4B-8FA0-744ED35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4DE96-E593-2849-BFEC-50D7E6B8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E3118-8F4B-4448-9AF2-5890EADC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3373-76FB-4149-82D5-21B33971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DF659-C3E8-3B49-9F5A-9C3847B2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A979-4AD8-D248-8B9E-9BC0E71D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EBF4-F671-8F4A-B767-4F6B2ADB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600E-1550-8948-979B-7540B13A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555F-24FC-CE4B-973A-A6668C4DF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16392-DB69-9A4F-87DA-47B997E9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8F5D-0D95-0E4D-B76A-277DC6D5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0962-6EC5-4746-ADD0-27A338AB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40BC-77F4-D44B-95F3-2AD6CED5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53406-88CA-AD4C-9E3C-A9E95C0CE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C1BC-DF08-3B4F-92A8-6B504C787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D2942-5B2F-7946-B1C9-1A788286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8F482-E9C1-2A4E-BAF3-3174B859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B88BB-E767-0242-9636-72D57B04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BB05-ED92-4D41-BD38-4AC9167C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1AB82-6079-5743-9AA1-A297F9569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D6E6-F6D7-774C-963E-F78BCD56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24F4-2F5F-F849-9921-372EE03A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984C-3640-254C-A70A-0524194B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4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3738C-E502-404F-992F-152E30629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187BD-B3C8-1C4E-9337-8B6BED83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4952-CE4F-1649-87AC-B7F295ED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D6C5-F1BA-4E40-8DDE-A9AD152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7B76-8231-9E49-AC0D-B7601C75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5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F7731-36D1-D140-A375-0CF7B8AE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2376A-8BB5-E748-B8D7-6FB563E3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9FAAC-20E5-2947-9290-567E6918F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BB039-178D-9943-B414-4A557C9F1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B703-5411-5C4D-BCC7-9E6970A35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1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23" Type="http://schemas.openxmlformats.org/officeDocument/2006/relationships/image" Target="../media/image11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3548C99-3204-E34B-B2D0-AB4CEB4469F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931066" y="1876716"/>
            <a:ext cx="568036" cy="3191065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FA755E7B-95E4-7F4B-987D-8E7D9DB2589E}"/>
              </a:ext>
            </a:extLst>
          </p:cNvPr>
          <p:cNvSpPr/>
          <p:nvPr/>
        </p:nvSpPr>
        <p:spPr>
          <a:xfrm rot="16200000">
            <a:off x="5712183" y="4379844"/>
            <a:ext cx="345989" cy="1013254"/>
          </a:xfrm>
          <a:prstGeom prst="can">
            <a:avLst>
              <a:gd name="adj" fmla="val 10256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3A00499F-8FB0-9F40-B987-4882AF81968E}"/>
              </a:ext>
            </a:extLst>
          </p:cNvPr>
          <p:cNvSpPr/>
          <p:nvPr/>
        </p:nvSpPr>
        <p:spPr>
          <a:xfrm>
            <a:off x="5758071" y="4981284"/>
            <a:ext cx="345989" cy="1013254"/>
          </a:xfrm>
          <a:prstGeom prst="can">
            <a:avLst/>
          </a:prstGeom>
          <a:solidFill>
            <a:schemeClr val="bg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CFD514D9-1CA0-AF4E-860B-EAE8C8681A17}"/>
              </a:ext>
            </a:extLst>
          </p:cNvPr>
          <p:cNvSpPr/>
          <p:nvPr/>
        </p:nvSpPr>
        <p:spPr>
          <a:xfrm flipH="1">
            <a:off x="4777975" y="4545939"/>
            <a:ext cx="503274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31DE39F3-B660-104A-998F-D3567A411364}"/>
              </a:ext>
            </a:extLst>
          </p:cNvPr>
          <p:cNvSpPr/>
          <p:nvPr/>
        </p:nvSpPr>
        <p:spPr>
          <a:xfrm rot="16200000">
            <a:off x="5821963" y="5498634"/>
            <a:ext cx="176927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5DD44B-B36E-9C4A-B262-7D94342FEDC7}"/>
              </a:ext>
            </a:extLst>
          </p:cNvPr>
          <p:cNvCxnSpPr>
            <a:cxnSpLocks/>
          </p:cNvCxnSpPr>
          <p:nvPr/>
        </p:nvCxnSpPr>
        <p:spPr>
          <a:xfrm flipV="1">
            <a:off x="5931065" y="3957706"/>
            <a:ext cx="0" cy="1998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9E5AF2-6722-D54F-A4DD-E8E131E03B10}"/>
              </a:ext>
            </a:extLst>
          </p:cNvPr>
          <p:cNvCxnSpPr>
            <a:cxnSpLocks/>
          </p:cNvCxnSpPr>
          <p:nvPr/>
        </p:nvCxnSpPr>
        <p:spPr>
          <a:xfrm flipH="1">
            <a:off x="4393761" y="4887214"/>
            <a:ext cx="1172392" cy="2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323B7B-3DE2-8249-9595-9464C19270D6}"/>
                  </a:ext>
                </a:extLst>
              </p:cNvPr>
              <p:cNvSpPr txBox="1"/>
              <p:nvPr/>
            </p:nvSpPr>
            <p:spPr>
              <a:xfrm>
                <a:off x="4590182" y="440089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323B7B-3DE2-8249-9595-9464C1927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4400893"/>
                <a:ext cx="281936" cy="276999"/>
              </a:xfrm>
              <a:prstGeom prst="rect">
                <a:avLst/>
              </a:prstGeom>
              <a:blipFill>
                <a:blip r:embed="rId2"/>
                <a:stretch>
                  <a:fillRect l="-12500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039DE0-CDC6-B540-A486-032387F6A3A4}"/>
                  </a:ext>
                </a:extLst>
              </p:cNvPr>
              <p:cNvSpPr txBox="1"/>
              <p:nvPr/>
            </p:nvSpPr>
            <p:spPr>
              <a:xfrm>
                <a:off x="5290456" y="5515734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039DE0-CDC6-B540-A486-032387F6A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56" y="5515734"/>
                <a:ext cx="276614" cy="276999"/>
              </a:xfrm>
              <a:prstGeom prst="rect">
                <a:avLst/>
              </a:prstGeom>
              <a:blipFill>
                <a:blip r:embed="rId3"/>
                <a:stretch>
                  <a:fillRect l="-18182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4B145FF-37C2-FB48-B106-D708942F70D1}"/>
                  </a:ext>
                </a:extLst>
              </p:cNvPr>
              <p:cNvSpPr txBox="1"/>
              <p:nvPr/>
            </p:nvSpPr>
            <p:spPr>
              <a:xfrm>
                <a:off x="4489773" y="4910464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4B145FF-37C2-FB48-B106-D708942F7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773" y="4910464"/>
                <a:ext cx="266803" cy="276999"/>
              </a:xfrm>
              <a:prstGeom prst="rect">
                <a:avLst/>
              </a:prstGeom>
              <a:blipFill>
                <a:blip r:embed="rId4"/>
                <a:stretch>
                  <a:fillRect l="-909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FCC48-4634-6044-9A5F-F81C6292627E}"/>
                  </a:ext>
                </a:extLst>
              </p:cNvPr>
              <p:cNvSpPr txBox="1"/>
              <p:nvPr/>
            </p:nvSpPr>
            <p:spPr>
              <a:xfrm>
                <a:off x="5785500" y="3665908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FCC48-4634-6044-9A5F-F81C62926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00" y="3665908"/>
                <a:ext cx="266803" cy="276999"/>
              </a:xfrm>
              <a:prstGeom prst="rect">
                <a:avLst/>
              </a:prstGeom>
              <a:blipFill>
                <a:blip r:embed="rId5"/>
                <a:stretch>
                  <a:fillRect l="-14286" r="-4762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1BE086-9000-9A43-A640-49CF91A72CB7}"/>
              </a:ext>
            </a:extLst>
          </p:cNvPr>
          <p:cNvCxnSpPr>
            <a:cxnSpLocks/>
          </p:cNvCxnSpPr>
          <p:nvPr/>
        </p:nvCxnSpPr>
        <p:spPr>
          <a:xfrm>
            <a:off x="5930749" y="4983744"/>
            <a:ext cx="387284" cy="665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B41375-1F7D-A648-AB0D-3ACEFAED5AF6}"/>
                  </a:ext>
                </a:extLst>
              </p:cNvPr>
              <p:cNvSpPr txBox="1"/>
              <p:nvPr/>
            </p:nvSpPr>
            <p:spPr>
              <a:xfrm>
                <a:off x="6301052" y="548902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B41375-1F7D-A648-AB0D-3ACEFAED5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052" y="548902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8696" r="-4348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 34">
            <a:extLst>
              <a:ext uri="{FF2B5EF4-FFF2-40B4-BE49-F238E27FC236}">
                <a16:creationId xmlns:a16="http://schemas.microsoft.com/office/drawing/2014/main" id="{DD18C768-6CD6-1E4F-AE2D-EFFD04D41D25}"/>
              </a:ext>
            </a:extLst>
          </p:cNvPr>
          <p:cNvSpPr/>
          <p:nvPr/>
        </p:nvSpPr>
        <p:spPr>
          <a:xfrm rot="9592798">
            <a:off x="5639959" y="1076133"/>
            <a:ext cx="5552468" cy="5325762"/>
          </a:xfrm>
          <a:prstGeom prst="arc">
            <a:avLst>
              <a:gd name="adj1" fmla="val 21531183"/>
              <a:gd name="adj2" fmla="val 3930732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n 36">
            <a:extLst>
              <a:ext uri="{FF2B5EF4-FFF2-40B4-BE49-F238E27FC236}">
                <a16:creationId xmlns:a16="http://schemas.microsoft.com/office/drawing/2014/main" id="{26FC8AA7-B4CE-4A49-9C4B-F65D84139E25}"/>
              </a:ext>
            </a:extLst>
          </p:cNvPr>
          <p:cNvSpPr/>
          <p:nvPr/>
        </p:nvSpPr>
        <p:spPr>
          <a:xfrm rot="2759582">
            <a:off x="6671603" y="1017618"/>
            <a:ext cx="345989" cy="1013254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7A1274D-9020-0347-B280-620812F4AB81}"/>
                  </a:ext>
                </a:extLst>
              </p:cNvPr>
              <p:cNvSpPr txBox="1"/>
              <p:nvPr/>
            </p:nvSpPr>
            <p:spPr>
              <a:xfrm>
                <a:off x="6377115" y="2586129"/>
                <a:ext cx="22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7A1274D-9020-0347-B280-620812F4A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115" y="2586129"/>
                <a:ext cx="227049" cy="276999"/>
              </a:xfrm>
              <a:prstGeom prst="rect">
                <a:avLst/>
              </a:prstGeom>
              <a:blipFill>
                <a:blip r:embed="rId7"/>
                <a:stretch>
                  <a:fillRect l="-21053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7DC4CD-C0D9-C44F-AFC9-475517701946}"/>
                  </a:ext>
                </a:extLst>
              </p:cNvPr>
              <p:cNvSpPr txBox="1"/>
              <p:nvPr/>
            </p:nvSpPr>
            <p:spPr>
              <a:xfrm>
                <a:off x="5426361" y="3080236"/>
                <a:ext cx="256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7DC4CD-C0D9-C44F-AFC9-475517701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361" y="3080236"/>
                <a:ext cx="256673" cy="276999"/>
              </a:xfrm>
              <a:prstGeom prst="rect">
                <a:avLst/>
              </a:prstGeom>
              <a:blipFill>
                <a:blip r:embed="rId8"/>
                <a:stretch>
                  <a:fillRect l="-9524" r="-4762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78C7D8-A273-AC46-ACB7-95210A02AE9B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5931066" y="3496408"/>
            <a:ext cx="282044" cy="148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525275-AB45-8344-9662-013C50DABB5D}"/>
                  </a:ext>
                </a:extLst>
              </p:cNvPr>
              <p:cNvSpPr txBox="1"/>
              <p:nvPr/>
            </p:nvSpPr>
            <p:spPr>
              <a:xfrm>
                <a:off x="7053078" y="489989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525275-AB45-8344-9662-013C50DA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078" y="4899892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8696" r="-434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Arc 67">
            <a:extLst>
              <a:ext uri="{FF2B5EF4-FFF2-40B4-BE49-F238E27FC236}">
                <a16:creationId xmlns:a16="http://schemas.microsoft.com/office/drawing/2014/main" id="{1B9039E2-6BEA-FC41-8B50-2143BA1496FC}"/>
              </a:ext>
            </a:extLst>
          </p:cNvPr>
          <p:cNvSpPr/>
          <p:nvPr/>
        </p:nvSpPr>
        <p:spPr>
          <a:xfrm rot="6398463">
            <a:off x="5661372" y="4276416"/>
            <a:ext cx="991562" cy="1211291"/>
          </a:xfrm>
          <a:prstGeom prst="arc">
            <a:avLst>
              <a:gd name="adj1" fmla="val 16774542"/>
              <a:gd name="adj2" fmla="val 20544607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98CBC12-1585-7846-B0D5-A4831F50E9E7}"/>
                  </a:ext>
                </a:extLst>
              </p:cNvPr>
              <p:cNvSpPr txBox="1"/>
              <p:nvPr/>
            </p:nvSpPr>
            <p:spPr>
              <a:xfrm>
                <a:off x="6490639" y="5280255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98CBC12-1585-7846-B0D5-A4831F50E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639" y="5280255"/>
                <a:ext cx="276614" cy="276999"/>
              </a:xfrm>
              <a:prstGeom prst="rect">
                <a:avLst/>
              </a:prstGeom>
              <a:blipFill>
                <a:blip r:embed="rId11"/>
                <a:stretch>
                  <a:fillRect l="-17391" r="-434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326315-992C-3546-B234-45F26D917AF6}"/>
                  </a:ext>
                </a:extLst>
              </p:cNvPr>
              <p:cNvSpPr txBox="1"/>
              <p:nvPr/>
            </p:nvSpPr>
            <p:spPr>
              <a:xfrm>
                <a:off x="5801062" y="3955019"/>
                <a:ext cx="2614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326315-992C-3546-B234-45F26D91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062" y="3955019"/>
                <a:ext cx="261482" cy="276999"/>
              </a:xfrm>
              <a:prstGeom prst="rect">
                <a:avLst/>
              </a:prstGeom>
              <a:blipFill>
                <a:blip r:embed="rId12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22B4EA3-F4E9-7D40-BBB2-2CED7B0A1C83}"/>
              </a:ext>
            </a:extLst>
          </p:cNvPr>
          <p:cNvCxnSpPr>
            <a:cxnSpLocks/>
          </p:cNvCxnSpPr>
          <p:nvPr/>
        </p:nvCxnSpPr>
        <p:spPr>
          <a:xfrm>
            <a:off x="5936867" y="5029296"/>
            <a:ext cx="1107546" cy="1475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98673FB-E75B-EA4C-BDD8-3750A442D39B}"/>
                  </a:ext>
                </a:extLst>
              </p:cNvPr>
              <p:cNvSpPr txBox="1"/>
              <p:nvPr/>
            </p:nvSpPr>
            <p:spPr>
              <a:xfrm>
                <a:off x="6217618" y="3532607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98673FB-E75B-EA4C-BDD8-3750A442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618" y="3532607"/>
                <a:ext cx="281423" cy="276999"/>
              </a:xfrm>
              <a:prstGeom prst="rect">
                <a:avLst/>
              </a:prstGeom>
              <a:blipFill>
                <a:blip r:embed="rId13"/>
                <a:stretch>
                  <a:fillRect l="-8696" r="-434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21F661-0DEF-4E47-831E-ADA6A3183120}"/>
                  </a:ext>
                </a:extLst>
              </p:cNvPr>
              <p:cNvSpPr txBox="1"/>
              <p:nvPr/>
            </p:nvSpPr>
            <p:spPr>
              <a:xfrm>
                <a:off x="7995915" y="362577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21F661-0DEF-4E47-831E-ADA6A3183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915" y="362577"/>
                <a:ext cx="266803" cy="276999"/>
              </a:xfrm>
              <a:prstGeom prst="rect">
                <a:avLst/>
              </a:prstGeom>
              <a:blipFill>
                <a:blip r:embed="rId14"/>
                <a:stretch>
                  <a:fillRect l="-909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657697F-480B-DF47-B467-DC1E45BB338E}"/>
              </a:ext>
            </a:extLst>
          </p:cNvPr>
          <p:cNvCxnSpPr>
            <a:cxnSpLocks/>
          </p:cNvCxnSpPr>
          <p:nvPr/>
        </p:nvCxnSpPr>
        <p:spPr>
          <a:xfrm flipV="1">
            <a:off x="7163392" y="381128"/>
            <a:ext cx="845426" cy="818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768A8B7-D81F-7747-9D35-3874A102002C}"/>
              </a:ext>
            </a:extLst>
          </p:cNvPr>
          <p:cNvCxnSpPr>
            <a:cxnSpLocks/>
          </p:cNvCxnSpPr>
          <p:nvPr/>
        </p:nvCxnSpPr>
        <p:spPr>
          <a:xfrm flipH="1">
            <a:off x="4584539" y="185091"/>
            <a:ext cx="3618899" cy="35192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EBA9CD1-91FE-2A43-B58B-6970376BA156}"/>
              </a:ext>
            </a:extLst>
          </p:cNvPr>
          <p:cNvCxnSpPr>
            <a:cxnSpLocks/>
          </p:cNvCxnSpPr>
          <p:nvPr/>
        </p:nvCxnSpPr>
        <p:spPr>
          <a:xfrm>
            <a:off x="4797535" y="2074583"/>
            <a:ext cx="1002290" cy="26720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an 153">
            <a:extLst>
              <a:ext uri="{FF2B5EF4-FFF2-40B4-BE49-F238E27FC236}">
                <a16:creationId xmlns:a16="http://schemas.microsoft.com/office/drawing/2014/main" id="{3E725142-817A-2D48-9737-DDF84009A3CA}"/>
              </a:ext>
            </a:extLst>
          </p:cNvPr>
          <p:cNvSpPr/>
          <p:nvPr/>
        </p:nvSpPr>
        <p:spPr>
          <a:xfrm rot="16200000">
            <a:off x="6244060" y="1361415"/>
            <a:ext cx="345989" cy="1013254"/>
          </a:xfrm>
          <a:prstGeom prst="can">
            <a:avLst>
              <a:gd name="adj" fmla="val 102562"/>
            </a:avLst>
          </a:prstGeom>
          <a:solidFill>
            <a:schemeClr val="bg2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c 155">
            <a:extLst>
              <a:ext uri="{FF2B5EF4-FFF2-40B4-BE49-F238E27FC236}">
                <a16:creationId xmlns:a16="http://schemas.microsoft.com/office/drawing/2014/main" id="{25FC48C4-4388-AF4F-B38C-5ED4768A0C3F}"/>
              </a:ext>
            </a:extLst>
          </p:cNvPr>
          <p:cNvSpPr/>
          <p:nvPr/>
        </p:nvSpPr>
        <p:spPr>
          <a:xfrm rot="21291681">
            <a:off x="5298282" y="4207168"/>
            <a:ext cx="1530193" cy="1517920"/>
          </a:xfrm>
          <a:prstGeom prst="arc">
            <a:avLst>
              <a:gd name="adj1" fmla="val 16732510"/>
              <a:gd name="adj2" fmla="val 1181055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1E56BE2-9A8A-1549-A2EF-43EEC234DC6E}"/>
                  </a:ext>
                </a:extLst>
              </p:cNvPr>
              <p:cNvSpPr txBox="1"/>
              <p:nvPr/>
            </p:nvSpPr>
            <p:spPr>
              <a:xfrm>
                <a:off x="6342573" y="4438379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1E56BE2-9A8A-1549-A2EF-43EEC234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573" y="4438379"/>
                <a:ext cx="281936" cy="276999"/>
              </a:xfrm>
              <a:prstGeom prst="rect">
                <a:avLst/>
              </a:prstGeom>
              <a:blipFill>
                <a:blip r:embed="rId17"/>
                <a:stretch>
                  <a:fillRect l="-125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403A350-DC92-7D44-8CC2-14F5FCB67213}"/>
              </a:ext>
            </a:extLst>
          </p:cNvPr>
          <p:cNvCxnSpPr>
            <a:cxnSpLocks/>
          </p:cNvCxnSpPr>
          <p:nvPr/>
        </p:nvCxnSpPr>
        <p:spPr>
          <a:xfrm flipH="1">
            <a:off x="4902483" y="1881894"/>
            <a:ext cx="1172392" cy="2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3081E86-D088-3943-9FC6-327C98F3139C}"/>
                  </a:ext>
                </a:extLst>
              </p:cNvPr>
              <p:cNvSpPr txBox="1"/>
              <p:nvPr/>
            </p:nvSpPr>
            <p:spPr>
              <a:xfrm>
                <a:off x="4998495" y="1905144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3081E86-D088-3943-9FC6-327C98F31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495" y="1905144"/>
                <a:ext cx="266803" cy="276999"/>
              </a:xfrm>
              <a:prstGeom prst="rect">
                <a:avLst/>
              </a:prstGeom>
              <a:blipFill>
                <a:blip r:embed="rId18"/>
                <a:stretch>
                  <a:fillRect l="-909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Can 164">
            <a:extLst>
              <a:ext uri="{FF2B5EF4-FFF2-40B4-BE49-F238E27FC236}">
                <a16:creationId xmlns:a16="http://schemas.microsoft.com/office/drawing/2014/main" id="{1DC5A524-7753-F340-B7A2-F1CE3376C973}"/>
              </a:ext>
            </a:extLst>
          </p:cNvPr>
          <p:cNvSpPr/>
          <p:nvPr/>
        </p:nvSpPr>
        <p:spPr>
          <a:xfrm rot="12092544">
            <a:off x="7003233" y="783588"/>
            <a:ext cx="395148" cy="792815"/>
          </a:xfrm>
          <a:prstGeom prst="can">
            <a:avLst>
              <a:gd name="adj" fmla="val 120918"/>
            </a:avLst>
          </a:prstGeom>
          <a:solidFill>
            <a:schemeClr val="bg2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A98B687-EF42-8A4C-B6DF-3B1D8B1EFCAD}"/>
              </a:ext>
            </a:extLst>
          </p:cNvPr>
          <p:cNvCxnSpPr>
            <a:cxnSpLocks/>
          </p:cNvCxnSpPr>
          <p:nvPr/>
        </p:nvCxnSpPr>
        <p:spPr>
          <a:xfrm>
            <a:off x="6499041" y="1940975"/>
            <a:ext cx="890780" cy="73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669B85-7F8D-D24C-AE54-86B4216BAF19}"/>
                  </a:ext>
                </a:extLst>
              </p:cNvPr>
              <p:cNvSpPr txBox="1"/>
              <p:nvPr/>
            </p:nvSpPr>
            <p:spPr>
              <a:xfrm>
                <a:off x="7354547" y="2332799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669B85-7F8D-D24C-AE54-86B4216B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547" y="2332799"/>
                <a:ext cx="281423" cy="276999"/>
              </a:xfrm>
              <a:prstGeom prst="rect">
                <a:avLst/>
              </a:prstGeom>
              <a:blipFill>
                <a:blip r:embed="rId19"/>
                <a:stretch>
                  <a:fillRect l="-8696" r="-434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A219BE5-7583-824F-9E55-FA283579586F}"/>
              </a:ext>
            </a:extLst>
          </p:cNvPr>
          <p:cNvCxnSpPr>
            <a:cxnSpLocks/>
          </p:cNvCxnSpPr>
          <p:nvPr/>
        </p:nvCxnSpPr>
        <p:spPr>
          <a:xfrm flipH="1">
            <a:off x="7020038" y="1281656"/>
            <a:ext cx="136715" cy="453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75235C-EFA5-3C40-8DF3-8C61663F2DE2}"/>
                  </a:ext>
                </a:extLst>
              </p:cNvPr>
              <p:cNvSpPr txBox="1"/>
              <p:nvPr/>
            </p:nvSpPr>
            <p:spPr>
              <a:xfrm>
                <a:off x="7084465" y="1604895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75235C-EFA5-3C40-8DF3-8C61663F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465" y="1604895"/>
                <a:ext cx="266803" cy="276999"/>
              </a:xfrm>
              <a:prstGeom prst="rect">
                <a:avLst/>
              </a:prstGeom>
              <a:blipFill>
                <a:blip r:embed="rId20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8E39DFC3-E663-E840-A034-A98FEC6AC1DB}"/>
              </a:ext>
            </a:extLst>
          </p:cNvPr>
          <p:cNvCxnSpPr>
            <a:cxnSpLocks/>
          </p:cNvCxnSpPr>
          <p:nvPr/>
        </p:nvCxnSpPr>
        <p:spPr>
          <a:xfrm>
            <a:off x="7212969" y="1220073"/>
            <a:ext cx="894284" cy="66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42025B3-D5DF-CF43-8C7B-D90D49BC0AFF}"/>
                  </a:ext>
                </a:extLst>
              </p:cNvPr>
              <p:cNvSpPr txBox="1"/>
              <p:nvPr/>
            </p:nvSpPr>
            <p:spPr>
              <a:xfrm>
                <a:off x="8113845" y="1634040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42025B3-D5DF-CF43-8C7B-D90D49BC0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845" y="1634040"/>
                <a:ext cx="281423" cy="276999"/>
              </a:xfrm>
              <a:prstGeom prst="rect">
                <a:avLst/>
              </a:prstGeom>
              <a:blipFill>
                <a:blip r:embed="rId21"/>
                <a:stretch>
                  <a:fillRect l="-8696" r="-434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E0C8D-95E9-8840-822F-3D002C8C2EE8}"/>
                  </a:ext>
                </a:extLst>
              </p:cNvPr>
              <p:cNvSpPr txBox="1"/>
              <p:nvPr/>
            </p:nvSpPr>
            <p:spPr>
              <a:xfrm>
                <a:off x="6153168" y="935073"/>
                <a:ext cx="2765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E0C8D-95E9-8840-822F-3D002C8C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168" y="935073"/>
                <a:ext cx="276550" cy="276999"/>
              </a:xfrm>
              <a:prstGeom prst="rect">
                <a:avLst/>
              </a:prstGeom>
              <a:blipFill>
                <a:blip r:embed="rId22"/>
                <a:stretch>
                  <a:fillRect l="-18182" r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>
            <a:extLst>
              <a:ext uri="{FF2B5EF4-FFF2-40B4-BE49-F238E27FC236}">
                <a16:creationId xmlns:a16="http://schemas.microsoft.com/office/drawing/2014/main" id="{884FFB88-7190-DE41-84B0-27FA91389E00}"/>
              </a:ext>
            </a:extLst>
          </p:cNvPr>
          <p:cNvSpPr/>
          <p:nvPr/>
        </p:nvSpPr>
        <p:spPr>
          <a:xfrm rot="19302900" flipH="1">
            <a:off x="6476501" y="1002220"/>
            <a:ext cx="503274" cy="729049"/>
          </a:xfrm>
          <a:prstGeom prst="arc">
            <a:avLst>
              <a:gd name="adj1" fmla="val 12056761"/>
              <a:gd name="adj2" fmla="val 2955656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F4AB088-61F7-5540-A62E-56516504FF0D}"/>
              </a:ext>
            </a:extLst>
          </p:cNvPr>
          <p:cNvSpPr/>
          <p:nvPr/>
        </p:nvSpPr>
        <p:spPr>
          <a:xfrm flipH="1">
            <a:off x="5326547" y="1567261"/>
            <a:ext cx="503274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0F1638E-992A-3E41-8BBE-D587A292C9AF}"/>
                  </a:ext>
                </a:extLst>
              </p:cNvPr>
              <p:cNvSpPr txBox="1"/>
              <p:nvPr/>
            </p:nvSpPr>
            <p:spPr>
              <a:xfrm>
                <a:off x="5138754" y="1422215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0F1638E-992A-3E41-8BBE-D587A292C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754" y="1422215"/>
                <a:ext cx="281936" cy="276999"/>
              </a:xfrm>
              <a:prstGeom prst="rect">
                <a:avLst/>
              </a:prstGeom>
              <a:blipFill>
                <a:blip r:embed="rId23"/>
                <a:stretch>
                  <a:fillRect l="-17391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02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19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37</cp:revision>
  <dcterms:created xsi:type="dcterms:W3CDTF">2020-07-20T09:05:40Z</dcterms:created>
  <dcterms:modified xsi:type="dcterms:W3CDTF">2020-12-06T09:38:36Z</dcterms:modified>
</cp:coreProperties>
</file>