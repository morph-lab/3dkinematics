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17"/>
  </p:normalViewPr>
  <p:slideViewPr>
    <p:cSldViewPr snapToGrid="0" snapToObjects="1">
      <p:cViewPr>
        <p:scale>
          <a:sx n="400" d="100"/>
          <a:sy n="400" d="100"/>
        </p:scale>
        <p:origin x="-1424" y="-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7/26/21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ranka Emika Panda Collaborative Lightweight Robot - WiredWorkers">
            <a:extLst>
              <a:ext uri="{FF2B5EF4-FFF2-40B4-BE49-F238E27FC236}">
                <a16:creationId xmlns:a16="http://schemas.microsoft.com/office/drawing/2014/main" id="{BB00C3DB-C6A2-9841-9E8D-8106254CB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93" r="17933"/>
          <a:stretch/>
        </p:blipFill>
        <p:spPr bwMode="auto">
          <a:xfrm>
            <a:off x="182454" y="-2508"/>
            <a:ext cx="52759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46A590-0889-4A40-B844-6C77B1EBEA72}"/>
              </a:ext>
            </a:extLst>
          </p:cNvPr>
          <p:cNvCxnSpPr>
            <a:cxnSpLocks/>
          </p:cNvCxnSpPr>
          <p:nvPr/>
        </p:nvCxnSpPr>
        <p:spPr>
          <a:xfrm>
            <a:off x="3146157" y="2101720"/>
            <a:ext cx="1332500" cy="32990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9299ED-5E8D-C34E-9470-FC57EFD7C1AF}"/>
              </a:ext>
            </a:extLst>
          </p:cNvPr>
          <p:cNvCxnSpPr>
            <a:cxnSpLocks/>
          </p:cNvCxnSpPr>
          <p:nvPr/>
        </p:nvCxnSpPr>
        <p:spPr>
          <a:xfrm>
            <a:off x="742122" y="1454667"/>
            <a:ext cx="2557669" cy="688772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E06AC3-A795-094E-9442-37041F4E648C}"/>
              </a:ext>
            </a:extLst>
          </p:cNvPr>
          <p:cNvCxnSpPr>
            <a:cxnSpLocks/>
          </p:cNvCxnSpPr>
          <p:nvPr/>
        </p:nvCxnSpPr>
        <p:spPr>
          <a:xfrm>
            <a:off x="742122" y="1454667"/>
            <a:ext cx="1000953" cy="26618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67B767-C464-CF4C-A821-D802F9D5AFB9}"/>
              </a:ext>
            </a:extLst>
          </p:cNvPr>
          <p:cNvCxnSpPr>
            <a:cxnSpLocks/>
          </p:cNvCxnSpPr>
          <p:nvPr/>
        </p:nvCxnSpPr>
        <p:spPr>
          <a:xfrm>
            <a:off x="2651422" y="2001185"/>
            <a:ext cx="381221" cy="29405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670D83-4DC3-6C41-B03B-EC121E6606E6}"/>
              </a:ext>
            </a:extLst>
          </p:cNvPr>
          <p:cNvCxnSpPr>
            <a:cxnSpLocks/>
          </p:cNvCxnSpPr>
          <p:nvPr/>
        </p:nvCxnSpPr>
        <p:spPr>
          <a:xfrm flipH="1" flipV="1">
            <a:off x="2965809" y="2263322"/>
            <a:ext cx="604262" cy="1288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CE9BF3-3BB9-9C4D-A14C-8DBD04381E1D}"/>
              </a:ext>
            </a:extLst>
          </p:cNvPr>
          <p:cNvCxnSpPr>
            <a:cxnSpLocks/>
          </p:cNvCxnSpPr>
          <p:nvPr/>
        </p:nvCxnSpPr>
        <p:spPr>
          <a:xfrm flipV="1">
            <a:off x="2710265" y="4064378"/>
            <a:ext cx="854080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022D33A-E0AE-2B44-A0DA-8CF9BF9FFC19}"/>
              </a:ext>
            </a:extLst>
          </p:cNvPr>
          <p:cNvCxnSpPr>
            <a:cxnSpLocks/>
          </p:cNvCxnSpPr>
          <p:nvPr/>
        </p:nvCxnSpPr>
        <p:spPr>
          <a:xfrm>
            <a:off x="270999" y="4064378"/>
            <a:ext cx="73643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A05DFF-BA07-534F-A2E5-D6E020C90083}"/>
              </a:ext>
            </a:extLst>
          </p:cNvPr>
          <p:cNvCxnSpPr>
            <a:cxnSpLocks/>
          </p:cNvCxnSpPr>
          <p:nvPr/>
        </p:nvCxnSpPr>
        <p:spPr>
          <a:xfrm>
            <a:off x="1019756" y="4064378"/>
            <a:ext cx="1681415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DE71DF-07AC-5040-AF92-26CCB3D41232}"/>
              </a:ext>
            </a:extLst>
          </p:cNvPr>
          <p:cNvCxnSpPr>
            <a:cxnSpLocks/>
          </p:cNvCxnSpPr>
          <p:nvPr/>
        </p:nvCxnSpPr>
        <p:spPr>
          <a:xfrm flipH="1">
            <a:off x="1860953" y="1067867"/>
            <a:ext cx="584477" cy="2969263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8758404-09B2-584F-83FF-8DF5384CC9A3}"/>
              </a:ext>
            </a:extLst>
          </p:cNvPr>
          <p:cNvCxnSpPr>
            <a:cxnSpLocks/>
          </p:cNvCxnSpPr>
          <p:nvPr/>
        </p:nvCxnSpPr>
        <p:spPr>
          <a:xfrm flipH="1">
            <a:off x="1945781" y="1798997"/>
            <a:ext cx="64048" cy="3042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520F8A-7ED5-CF4E-99C4-A7A14EB59548}"/>
              </a:ext>
            </a:extLst>
          </p:cNvPr>
          <p:cNvCxnSpPr>
            <a:cxnSpLocks/>
          </p:cNvCxnSpPr>
          <p:nvPr/>
        </p:nvCxnSpPr>
        <p:spPr>
          <a:xfrm flipH="1" flipV="1">
            <a:off x="1917580" y="2103280"/>
            <a:ext cx="300187" cy="1150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E0B113E-7832-BB4B-8139-9096B949AC1D}"/>
              </a:ext>
            </a:extLst>
          </p:cNvPr>
          <p:cNvCxnSpPr>
            <a:cxnSpLocks/>
          </p:cNvCxnSpPr>
          <p:nvPr/>
        </p:nvCxnSpPr>
        <p:spPr>
          <a:xfrm flipH="1">
            <a:off x="2153072" y="3741892"/>
            <a:ext cx="52027" cy="3023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D9D82EB-B5FB-6749-9D2C-C962B131364C}"/>
              </a:ext>
            </a:extLst>
          </p:cNvPr>
          <p:cNvCxnSpPr>
            <a:cxnSpLocks/>
          </p:cNvCxnSpPr>
          <p:nvPr/>
        </p:nvCxnSpPr>
        <p:spPr>
          <a:xfrm flipH="1">
            <a:off x="1928433" y="3750661"/>
            <a:ext cx="2885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/>
              <p:nvPr/>
            </p:nvSpPr>
            <p:spPr>
              <a:xfrm>
                <a:off x="4421244" y="2216150"/>
                <a:ext cx="3865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3746893-F1B7-4A47-893B-6DB81102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244" y="2216150"/>
                <a:ext cx="386516" cy="461665"/>
              </a:xfrm>
              <a:prstGeom prst="rect">
                <a:avLst/>
              </a:prstGeom>
              <a:blipFill>
                <a:blip r:embed="rId3"/>
                <a:stretch>
                  <a:fillRect l="-12903" t="-13514" r="-6452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222ED1-3B23-514F-9650-E7A61F80E559}"/>
                  </a:ext>
                </a:extLst>
              </p:cNvPr>
              <p:cNvSpPr txBox="1"/>
              <p:nvPr/>
            </p:nvSpPr>
            <p:spPr>
              <a:xfrm>
                <a:off x="2812344" y="4066297"/>
                <a:ext cx="75200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GB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C222ED1-3B23-514F-9650-E7A61F80E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344" y="4066297"/>
                <a:ext cx="752001" cy="461665"/>
              </a:xfrm>
              <a:prstGeom prst="rect">
                <a:avLst/>
              </a:prstGeom>
              <a:blipFill>
                <a:blip r:embed="rId4"/>
                <a:stretch>
                  <a:fillRect l="-6667" t="-16216" r="-3333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4B81824-5603-4D44-93B5-94C0280B8C8F}"/>
                  </a:ext>
                </a:extLst>
              </p:cNvPr>
              <p:cNvSpPr txBox="1"/>
              <p:nvPr/>
            </p:nvSpPr>
            <p:spPr>
              <a:xfrm>
                <a:off x="1660199" y="2651516"/>
                <a:ext cx="42473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4B81824-5603-4D44-93B5-94C0280B8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199" y="2651516"/>
                <a:ext cx="424732" cy="461665"/>
              </a:xfrm>
              <a:prstGeom prst="rect">
                <a:avLst/>
              </a:prstGeom>
              <a:blipFill>
                <a:blip r:embed="rId5"/>
                <a:stretch>
                  <a:fillRect l="-8571" r="-5714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0126F05-96D9-7A48-98E9-64175886B8F0}"/>
                  </a:ext>
                </a:extLst>
              </p:cNvPr>
              <p:cNvSpPr txBox="1"/>
              <p:nvPr/>
            </p:nvSpPr>
            <p:spPr>
              <a:xfrm>
                <a:off x="2084314" y="510321"/>
                <a:ext cx="7768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0126F05-96D9-7A48-98E9-64175886B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314" y="510321"/>
                <a:ext cx="776816" cy="461665"/>
              </a:xfrm>
              <a:prstGeom prst="rect">
                <a:avLst/>
              </a:prstGeom>
              <a:blipFill>
                <a:blip r:embed="rId6"/>
                <a:stretch>
                  <a:fillRect l="-6452" t="-13514" r="-3226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E10FD49-E0E6-5C4D-B613-890F26A317C8}"/>
                  </a:ext>
                </a:extLst>
              </p:cNvPr>
              <p:cNvSpPr txBox="1"/>
              <p:nvPr/>
            </p:nvSpPr>
            <p:spPr>
              <a:xfrm>
                <a:off x="4514164" y="2925473"/>
                <a:ext cx="41133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E10FD49-E0E6-5C4D-B613-890F26A3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164" y="2925473"/>
                <a:ext cx="411330" cy="461665"/>
              </a:xfrm>
              <a:prstGeom prst="rect">
                <a:avLst/>
              </a:prstGeom>
              <a:blipFill>
                <a:blip r:embed="rId7"/>
                <a:stretch>
                  <a:fillRect l="-12121" t="-13514" r="-9091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1736937-ED0F-6A42-8F77-FFA442CBCFBA}"/>
              </a:ext>
            </a:extLst>
          </p:cNvPr>
          <p:cNvCxnSpPr>
            <a:cxnSpLocks/>
          </p:cNvCxnSpPr>
          <p:nvPr/>
        </p:nvCxnSpPr>
        <p:spPr>
          <a:xfrm flipV="1">
            <a:off x="524883" y="1869426"/>
            <a:ext cx="3423264" cy="3075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Arc 1032">
            <a:extLst>
              <a:ext uri="{FF2B5EF4-FFF2-40B4-BE49-F238E27FC236}">
                <a16:creationId xmlns:a16="http://schemas.microsoft.com/office/drawing/2014/main" id="{AF216C09-1802-EB44-9CFA-86290498558E}"/>
              </a:ext>
            </a:extLst>
          </p:cNvPr>
          <p:cNvSpPr/>
          <p:nvPr/>
        </p:nvSpPr>
        <p:spPr>
          <a:xfrm rot="2396359">
            <a:off x="2821779" y="1391956"/>
            <a:ext cx="719847" cy="788224"/>
          </a:xfrm>
          <a:prstGeom prst="arc">
            <a:avLst>
              <a:gd name="adj1" fmla="val 19999806"/>
              <a:gd name="adj2" fmla="val 1912156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F437E9C-CB58-2342-ABCF-C88E0D929621}"/>
                  </a:ext>
                </a:extLst>
              </p:cNvPr>
              <p:cNvSpPr txBox="1"/>
              <p:nvPr/>
            </p:nvSpPr>
            <p:spPr>
              <a:xfrm>
                <a:off x="3409688" y="1754485"/>
                <a:ext cx="44076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F437E9C-CB58-2342-ABCF-C88E0D929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88" y="1754485"/>
                <a:ext cx="440762" cy="461665"/>
              </a:xfrm>
              <a:prstGeom prst="rect">
                <a:avLst/>
              </a:prstGeom>
              <a:blipFill>
                <a:blip r:embed="rId8"/>
                <a:stretch>
                  <a:fillRect l="-11111" r="-5556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c 91">
            <a:extLst>
              <a:ext uri="{FF2B5EF4-FFF2-40B4-BE49-F238E27FC236}">
                <a16:creationId xmlns:a16="http://schemas.microsoft.com/office/drawing/2014/main" id="{E0AEDCAE-1051-204F-AC6E-043CA02894ED}"/>
              </a:ext>
            </a:extLst>
          </p:cNvPr>
          <p:cNvSpPr/>
          <p:nvPr/>
        </p:nvSpPr>
        <p:spPr>
          <a:xfrm rot="19289400">
            <a:off x="2740043" y="1108013"/>
            <a:ext cx="1186411" cy="1674952"/>
          </a:xfrm>
          <a:prstGeom prst="arc">
            <a:avLst>
              <a:gd name="adj1" fmla="val 17888303"/>
              <a:gd name="adj2" fmla="val 5064697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075431-7F53-3144-B866-4235DCB9FA13}"/>
                  </a:ext>
                </a:extLst>
              </p:cNvPr>
              <p:cNvSpPr txBox="1"/>
              <p:nvPr/>
            </p:nvSpPr>
            <p:spPr>
              <a:xfrm>
                <a:off x="3778253" y="1228522"/>
                <a:ext cx="41280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075431-7F53-3144-B866-4235DCB9F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3" y="1228522"/>
                <a:ext cx="412805" cy="461665"/>
              </a:xfrm>
              <a:prstGeom prst="rect">
                <a:avLst/>
              </a:prstGeom>
              <a:blipFill>
                <a:blip r:embed="rId9"/>
                <a:stretch>
                  <a:fillRect l="-20588" r="-5882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F2FA3C3-84BF-8547-80AF-936F272389EC}"/>
              </a:ext>
            </a:extLst>
          </p:cNvPr>
          <p:cNvCxnSpPr>
            <a:cxnSpLocks/>
          </p:cNvCxnSpPr>
          <p:nvPr/>
        </p:nvCxnSpPr>
        <p:spPr>
          <a:xfrm flipH="1" flipV="1">
            <a:off x="2980017" y="2067240"/>
            <a:ext cx="1985804" cy="1031653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BB7A5B-6377-1943-A90C-C82075CA61DA}"/>
              </a:ext>
            </a:extLst>
          </p:cNvPr>
          <p:cNvCxnSpPr/>
          <p:nvPr/>
        </p:nvCxnSpPr>
        <p:spPr>
          <a:xfrm flipV="1">
            <a:off x="1860463" y="1914525"/>
            <a:ext cx="436217" cy="2117048"/>
          </a:xfrm>
          <a:prstGeom prst="line">
            <a:avLst/>
          </a:prstGeom>
          <a:ln w="571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9C8AC6D-4A35-5A4B-967A-199E2F3BC7A5}"/>
              </a:ext>
            </a:extLst>
          </p:cNvPr>
          <p:cNvCxnSpPr/>
          <p:nvPr/>
        </p:nvCxnSpPr>
        <p:spPr>
          <a:xfrm>
            <a:off x="2296680" y="1872501"/>
            <a:ext cx="683336" cy="194738"/>
          </a:xfrm>
          <a:prstGeom prst="line">
            <a:avLst/>
          </a:prstGeom>
          <a:ln w="57150">
            <a:solidFill>
              <a:srgbClr val="7030A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ECF983B-B719-754E-B579-3262A496A392}"/>
              </a:ext>
            </a:extLst>
          </p:cNvPr>
          <p:cNvCxnSpPr>
            <a:cxnSpLocks/>
          </p:cNvCxnSpPr>
          <p:nvPr/>
        </p:nvCxnSpPr>
        <p:spPr>
          <a:xfrm flipH="1">
            <a:off x="2852295" y="369345"/>
            <a:ext cx="502068" cy="2513003"/>
          </a:xfrm>
          <a:prstGeom prst="line">
            <a:avLst/>
          </a:prstGeom>
          <a:ln w="38100">
            <a:solidFill>
              <a:srgbClr val="00B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90925D-3143-1B4E-A87F-3A871E2655F4}"/>
                  </a:ext>
                </a:extLst>
              </p:cNvPr>
              <p:cNvSpPr txBox="1"/>
              <p:nvPr/>
            </p:nvSpPr>
            <p:spPr>
              <a:xfrm>
                <a:off x="2382935" y="1811528"/>
                <a:ext cx="4327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290925D-3143-1B4E-A87F-3A871E26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935" y="1811528"/>
                <a:ext cx="432747" cy="461665"/>
              </a:xfrm>
              <a:prstGeom prst="rect">
                <a:avLst/>
              </a:prstGeom>
              <a:blipFill>
                <a:blip r:embed="rId10"/>
                <a:stretch>
                  <a:fillRect l="-20000" r="-5714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28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12</cp:revision>
  <dcterms:created xsi:type="dcterms:W3CDTF">2017-08-02T13:05:09Z</dcterms:created>
  <dcterms:modified xsi:type="dcterms:W3CDTF">2021-07-26T12:55:51Z</dcterms:modified>
</cp:coreProperties>
</file>