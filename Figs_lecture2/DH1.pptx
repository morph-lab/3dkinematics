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png" ContentType="image/png"/>
  <Default Extension="rels" ContentType="application/vnd.openxmlformats-package.relationship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599"/>
    <p:restoredTop sz="94617"/>
  </p:normalViewPr>
  <p:slideViewPr>
    <p:cSldViewPr snapToGrid="0" snapToObjects="1">
      <p:cViewPr varScale="1">
        <p:scale>
          <a:sx n="80" d="100"/>
          <a:sy n="80" d="100"/>
        </p:scale>
        <p:origin x="224" y="48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AE6520-D9D5-5647-B367-F871FA2E3EAB}" type="datetimeFigureOut">
              <a:rPr lang="en-US" smtClean="0"/>
              <a:t>8/2/17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957D97-BFB0-D04A-B8D8-6F951E1EC26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793730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AE6520-D9D5-5647-B367-F871FA2E3EAB}" type="datetimeFigureOut">
              <a:rPr lang="en-US" smtClean="0"/>
              <a:t>8/2/17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957D97-BFB0-D04A-B8D8-6F951E1EC26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808411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AE6520-D9D5-5647-B367-F871FA2E3EAB}" type="datetimeFigureOut">
              <a:rPr lang="en-US" smtClean="0"/>
              <a:t>8/2/17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957D97-BFB0-D04A-B8D8-6F951E1EC26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95953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AE6520-D9D5-5647-B367-F871FA2E3EAB}" type="datetimeFigureOut">
              <a:rPr lang="en-US" smtClean="0"/>
              <a:t>8/2/17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957D97-BFB0-D04A-B8D8-6F951E1EC26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925262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AE6520-D9D5-5647-B367-F871FA2E3EAB}" type="datetimeFigureOut">
              <a:rPr lang="en-US" smtClean="0"/>
              <a:t>8/2/17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957D97-BFB0-D04A-B8D8-6F951E1EC26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953046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AE6520-D9D5-5647-B367-F871FA2E3EAB}" type="datetimeFigureOut">
              <a:rPr lang="en-US" smtClean="0"/>
              <a:t>8/2/17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957D97-BFB0-D04A-B8D8-6F951E1EC26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17033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AE6520-D9D5-5647-B367-F871FA2E3EAB}" type="datetimeFigureOut">
              <a:rPr lang="en-US" smtClean="0"/>
              <a:t>8/2/17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957D97-BFB0-D04A-B8D8-6F951E1EC26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435624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AE6520-D9D5-5647-B367-F871FA2E3EAB}" type="datetimeFigureOut">
              <a:rPr lang="en-US" smtClean="0"/>
              <a:t>8/2/17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957D97-BFB0-D04A-B8D8-6F951E1EC26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47925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AE6520-D9D5-5647-B367-F871FA2E3EAB}" type="datetimeFigureOut">
              <a:rPr lang="en-US" smtClean="0"/>
              <a:t>8/2/17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957D97-BFB0-D04A-B8D8-6F951E1EC26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54643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AE6520-D9D5-5647-B367-F871FA2E3EAB}" type="datetimeFigureOut">
              <a:rPr lang="en-US" smtClean="0"/>
              <a:t>8/2/17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957D97-BFB0-D04A-B8D8-6F951E1EC26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546455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AE6520-D9D5-5647-B367-F871FA2E3EAB}" type="datetimeFigureOut">
              <a:rPr lang="en-US" smtClean="0"/>
              <a:t>8/2/17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957D97-BFB0-D04A-B8D8-6F951E1EC26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447067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7AE6520-D9D5-5647-B367-F871FA2E3EAB}" type="datetimeFigureOut">
              <a:rPr lang="en-US" smtClean="0"/>
              <a:t>8/2/17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8957D97-BFB0-D04A-B8D8-6F951E1EC26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487167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1" Type="http://schemas.openxmlformats.org/officeDocument/2006/relationships/image" Target="../media/image10.png"/><Relationship Id="rId12" Type="http://schemas.openxmlformats.org/officeDocument/2006/relationships/image" Target="../media/image11.png"/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Relationship Id="rId8" Type="http://schemas.openxmlformats.org/officeDocument/2006/relationships/image" Target="../media/image7.png"/><Relationship Id="rId9" Type="http://schemas.openxmlformats.org/officeDocument/2006/relationships/image" Target="../media/image8.png"/><Relationship Id="rId10" Type="http://schemas.openxmlformats.org/officeDocument/2006/relationships/image" Target="../media/image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17" descr="C:\My Documents\Summer 2001\LK1.gif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267" b="16991"/>
          <a:stretch>
            <a:fillRect/>
          </a:stretch>
        </p:blipFill>
        <p:spPr bwMode="auto">
          <a:xfrm>
            <a:off x="1198314" y="882314"/>
            <a:ext cx="9624586" cy="58714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5" name="TextBox 4"/>
              <p:cNvSpPr txBox="1"/>
              <p:nvPr/>
            </p:nvSpPr>
            <p:spPr>
              <a:xfrm>
                <a:off x="3505200" y="4596060"/>
                <a:ext cx="776816" cy="461665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3000" i="1" smtClean="0">
                              <a:latin typeface="Cambria Math" charset="0"/>
                            </a:rPr>
                          </m:ctrlPr>
                        </m:sSubPr>
                        <m:e>
                          <m:acc>
                            <m:accPr>
                              <m:chr m:val="̂"/>
                              <m:ctrlPr>
                                <a:rPr lang="en-US" sz="3000" b="0" i="1" smtClean="0">
                                  <a:latin typeface="Cambria Math" charset="0"/>
                                </a:rPr>
                              </m:ctrlPr>
                            </m:accPr>
                            <m:e>
                              <m:r>
                                <a:rPr lang="en-US" sz="3000" b="0" i="1" smtClean="0">
                                  <a:latin typeface="Cambria Math" charset="0"/>
                                </a:rPr>
                                <m:t>𝑥</m:t>
                              </m:r>
                            </m:e>
                          </m:acc>
                        </m:e>
                        <m:sub>
                          <m:r>
                            <a:rPr lang="en-US" sz="3000" b="0" i="1" smtClean="0">
                              <a:latin typeface="Cambria Math" charset="0"/>
                            </a:rPr>
                            <m:t>𝑖</m:t>
                          </m:r>
                          <m:r>
                            <a:rPr lang="en-US" sz="3000" b="0" i="1" smtClean="0">
                              <a:latin typeface="Cambria Math" charset="0"/>
                            </a:rPr>
                            <m:t>−1</m:t>
                          </m:r>
                        </m:sub>
                      </m:sSub>
                    </m:oMath>
                  </m:oMathPara>
                </a14:m>
                <a:endParaRPr lang="en-US" sz="3000" dirty="0"/>
              </a:p>
            </p:txBody>
          </p:sp>
        </mc:Choice>
        <mc:Fallback>
          <p:sp>
            <p:nvSpPr>
              <p:cNvPr id="5" name="Text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05200" y="4596060"/>
                <a:ext cx="776816" cy="461665"/>
              </a:xfrm>
              <a:prstGeom prst="rect">
                <a:avLst/>
              </a:prstGeom>
              <a:blipFill rotWithShape="0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" name="TextBox 5"/>
              <p:cNvSpPr txBox="1"/>
              <p:nvPr/>
            </p:nvSpPr>
            <p:spPr>
              <a:xfrm>
                <a:off x="1828800" y="2069429"/>
                <a:ext cx="752001" cy="461665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3000" i="1" smtClean="0">
                              <a:latin typeface="Cambria Math" charset="0"/>
                            </a:rPr>
                          </m:ctrlPr>
                        </m:sSubPr>
                        <m:e>
                          <m:acc>
                            <m:accPr>
                              <m:chr m:val="̂"/>
                              <m:ctrlPr>
                                <a:rPr lang="en-US" sz="3000" b="0" i="1" smtClean="0">
                                  <a:latin typeface="Cambria Math" charset="0"/>
                                </a:rPr>
                              </m:ctrlPr>
                            </m:accPr>
                            <m:e>
                              <m:r>
                                <a:rPr lang="en-US" sz="3000" b="0" i="1" smtClean="0">
                                  <a:latin typeface="Cambria Math" charset="0"/>
                                </a:rPr>
                                <m:t>𝑧</m:t>
                              </m:r>
                            </m:e>
                          </m:acc>
                        </m:e>
                        <m:sub>
                          <m:r>
                            <a:rPr lang="en-US" sz="3000" b="0" i="1" smtClean="0">
                              <a:latin typeface="Cambria Math" charset="0"/>
                            </a:rPr>
                            <m:t>𝑖</m:t>
                          </m:r>
                          <m:r>
                            <a:rPr lang="en-US" sz="3000" b="0" i="1" smtClean="0">
                              <a:latin typeface="Cambria Math" charset="0"/>
                            </a:rPr>
                            <m:t>−1</m:t>
                          </m:r>
                        </m:sub>
                      </m:sSub>
                    </m:oMath>
                  </m:oMathPara>
                </a14:m>
                <a:endParaRPr lang="en-US" sz="3000" dirty="0"/>
              </a:p>
            </p:txBody>
          </p:sp>
        </mc:Choice>
        <mc:Fallback>
          <p:sp>
            <p:nvSpPr>
              <p:cNvPr id="6" name="TextBox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28800" y="2069429"/>
                <a:ext cx="752001" cy="461665"/>
              </a:xfrm>
              <a:prstGeom prst="rect">
                <a:avLst/>
              </a:prstGeom>
              <a:blipFill rotWithShape="0"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7" name="TextBox 6"/>
              <p:cNvSpPr txBox="1"/>
              <p:nvPr/>
            </p:nvSpPr>
            <p:spPr>
              <a:xfrm>
                <a:off x="3505200" y="3144250"/>
                <a:ext cx="778546" cy="461665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3000" i="1" smtClean="0">
                              <a:latin typeface="Cambria Math" charset="0"/>
                            </a:rPr>
                          </m:ctrlPr>
                        </m:sSubPr>
                        <m:e>
                          <m:acc>
                            <m:accPr>
                              <m:chr m:val="̂"/>
                              <m:ctrlPr>
                                <a:rPr lang="en-US" sz="3000" b="0" i="1" smtClean="0">
                                  <a:latin typeface="Cambria Math" charset="0"/>
                                </a:rPr>
                              </m:ctrlPr>
                            </m:accPr>
                            <m:e>
                              <m:r>
                                <a:rPr lang="en-US" sz="3000" b="0" i="1" smtClean="0">
                                  <a:latin typeface="Cambria Math" charset="0"/>
                                </a:rPr>
                                <m:t>𝑦</m:t>
                              </m:r>
                            </m:e>
                          </m:acc>
                        </m:e>
                        <m:sub>
                          <m:r>
                            <a:rPr lang="en-US" sz="3000" b="0" i="1" smtClean="0">
                              <a:latin typeface="Cambria Math" charset="0"/>
                            </a:rPr>
                            <m:t>𝑖</m:t>
                          </m:r>
                          <m:r>
                            <a:rPr lang="en-US" sz="3000" b="0" i="1" smtClean="0">
                              <a:latin typeface="Cambria Math" charset="0"/>
                            </a:rPr>
                            <m:t>−1</m:t>
                          </m:r>
                        </m:sub>
                      </m:sSub>
                    </m:oMath>
                  </m:oMathPara>
                </a14:m>
                <a:endParaRPr lang="en-US" sz="3000" dirty="0"/>
              </a:p>
            </p:txBody>
          </p:sp>
        </mc:Choice>
        <mc:Fallback>
          <p:sp>
            <p:nvSpPr>
              <p:cNvPr id="7" name="TextBox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05200" y="3144250"/>
                <a:ext cx="778546" cy="461665"/>
              </a:xfrm>
              <a:prstGeom prst="rect">
                <a:avLst/>
              </a:prstGeom>
              <a:blipFill rotWithShape="0"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8" name="TextBox 7"/>
              <p:cNvSpPr txBox="1"/>
              <p:nvPr/>
            </p:nvSpPr>
            <p:spPr>
              <a:xfrm>
                <a:off x="2192393" y="5759113"/>
                <a:ext cx="806246" cy="461665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3000" i="1" smtClean="0">
                              <a:latin typeface="Cambria Math" charset="0"/>
                            </a:rPr>
                          </m:ctrlPr>
                        </m:sSubPr>
                        <m:e>
                          <m:r>
                            <a:rPr lang="en-US" sz="3000" i="1" smtClean="0">
                              <a:latin typeface="Cambria Math" charset="0"/>
                              <a:ea typeface="Cambria Math" charset="0"/>
                              <a:cs typeface="Cambria Math" charset="0"/>
                            </a:rPr>
                            <m:t>𝛼</m:t>
                          </m:r>
                        </m:e>
                        <m:sub>
                          <m:r>
                            <a:rPr lang="en-US" sz="3000" b="0" i="1" smtClean="0">
                              <a:latin typeface="Cambria Math" charset="0"/>
                            </a:rPr>
                            <m:t>𝑖</m:t>
                          </m:r>
                          <m:r>
                            <a:rPr lang="en-US" sz="3000" b="0" i="1" smtClean="0">
                              <a:latin typeface="Cambria Math" charset="0"/>
                            </a:rPr>
                            <m:t>−1</m:t>
                          </m:r>
                        </m:sub>
                      </m:sSub>
                    </m:oMath>
                  </m:oMathPara>
                </a14:m>
                <a:endParaRPr lang="en-US" sz="3000" dirty="0"/>
              </a:p>
            </p:txBody>
          </p:sp>
        </mc:Choice>
        <mc:Fallback>
          <p:sp>
            <p:nvSpPr>
              <p:cNvPr id="8" name="TextBox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92393" y="5759113"/>
                <a:ext cx="806246" cy="461665"/>
              </a:xfrm>
              <a:prstGeom prst="rect">
                <a:avLst/>
              </a:prstGeom>
              <a:blipFill rotWithShape="0"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9" name="TextBox 8"/>
              <p:cNvSpPr txBox="1"/>
              <p:nvPr/>
            </p:nvSpPr>
            <p:spPr>
              <a:xfrm>
                <a:off x="4847362" y="4134395"/>
                <a:ext cx="790216" cy="461665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3000" i="1" smtClean="0">
                              <a:latin typeface="Cambria Math" charset="0"/>
                            </a:rPr>
                          </m:ctrlPr>
                        </m:sSubPr>
                        <m:e>
                          <m:r>
                            <a:rPr lang="en-US" sz="3000" b="0" i="1" smtClean="0">
                              <a:latin typeface="Cambria Math" charset="0"/>
                            </a:rPr>
                            <m:t>𝑎</m:t>
                          </m:r>
                        </m:e>
                        <m:sub>
                          <m:r>
                            <a:rPr lang="en-US" sz="3000" b="0" i="1" smtClean="0">
                              <a:latin typeface="Cambria Math" charset="0"/>
                            </a:rPr>
                            <m:t>𝑖</m:t>
                          </m:r>
                          <m:r>
                            <a:rPr lang="en-US" sz="3000" b="0" i="1" smtClean="0">
                              <a:latin typeface="Cambria Math" charset="0"/>
                            </a:rPr>
                            <m:t>−1</m:t>
                          </m:r>
                        </m:sub>
                      </m:sSub>
                    </m:oMath>
                  </m:oMathPara>
                </a14:m>
                <a:endParaRPr lang="en-US" sz="3000" dirty="0"/>
              </a:p>
            </p:txBody>
          </p:sp>
        </mc:Choice>
        <mc:Fallback>
          <p:sp>
            <p:nvSpPr>
              <p:cNvPr id="9" name="TextBox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47362" y="4134395"/>
                <a:ext cx="790216" cy="461665"/>
              </a:xfrm>
              <a:prstGeom prst="rect">
                <a:avLst/>
              </a:prstGeom>
              <a:blipFill rotWithShape="0"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0" name="TextBox 9"/>
              <p:cNvSpPr txBox="1"/>
              <p:nvPr/>
            </p:nvSpPr>
            <p:spPr>
              <a:xfrm>
                <a:off x="6704165" y="4365227"/>
                <a:ext cx="594993" cy="461665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3000" i="1" smtClean="0">
                              <a:latin typeface="Cambria Math" charset="0"/>
                            </a:rPr>
                          </m:ctrlPr>
                        </m:sSubPr>
                        <m:e>
                          <m:r>
                            <a:rPr lang="en-US" sz="3000" b="0" i="1" smtClean="0">
                              <a:latin typeface="Cambria Math" charset="0"/>
                            </a:rPr>
                            <m:t>𝑑</m:t>
                          </m:r>
                        </m:e>
                        <m:sub>
                          <m:r>
                            <a:rPr lang="en-US" sz="3000" b="0" i="1" smtClean="0">
                              <a:latin typeface="Cambria Math" charset="0"/>
                            </a:rPr>
                            <m:t>𝑖</m:t>
                          </m:r>
                        </m:sub>
                      </m:sSub>
                    </m:oMath>
                  </m:oMathPara>
                </a14:m>
                <a:endParaRPr lang="en-US" sz="3000" dirty="0"/>
              </a:p>
            </p:txBody>
          </p:sp>
        </mc:Choice>
        <mc:Fallback>
          <p:sp>
            <p:nvSpPr>
              <p:cNvPr id="10" name="TextBox 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04165" y="4365227"/>
                <a:ext cx="594993" cy="461665"/>
              </a:xfrm>
              <a:prstGeom prst="rect">
                <a:avLst/>
              </a:prstGeom>
              <a:blipFill rotWithShape="0"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1" name="TextBox 10"/>
              <p:cNvSpPr txBox="1"/>
              <p:nvPr/>
            </p:nvSpPr>
            <p:spPr>
              <a:xfrm>
                <a:off x="9663933" y="5142400"/>
                <a:ext cx="594993" cy="461665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3000" i="1" smtClean="0">
                              <a:latin typeface="Cambria Math" charset="0"/>
                            </a:rPr>
                          </m:ctrlPr>
                        </m:sSubPr>
                        <m:e>
                          <m:r>
                            <a:rPr lang="en-US" sz="3000" i="1" smtClean="0">
                              <a:latin typeface="Cambria Math" charset="0"/>
                              <a:ea typeface="Cambria Math" charset="0"/>
                              <a:cs typeface="Cambria Math" charset="0"/>
                            </a:rPr>
                            <m:t>𝜃</m:t>
                          </m:r>
                        </m:e>
                        <m:sub>
                          <m:r>
                            <a:rPr lang="en-US" sz="3000" b="0" i="1" smtClean="0">
                              <a:latin typeface="Cambria Math" charset="0"/>
                            </a:rPr>
                            <m:t>𝑖</m:t>
                          </m:r>
                        </m:sub>
                      </m:sSub>
                    </m:oMath>
                  </m:oMathPara>
                </a14:m>
                <a:endParaRPr lang="en-US" sz="3000" dirty="0"/>
              </a:p>
            </p:txBody>
          </p:sp>
        </mc:Choice>
        <mc:Fallback>
          <p:sp>
            <p:nvSpPr>
              <p:cNvPr id="11" name="TextBox 1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663933" y="5142400"/>
                <a:ext cx="594993" cy="461665"/>
              </a:xfrm>
              <a:prstGeom prst="rect">
                <a:avLst/>
              </a:prstGeom>
              <a:blipFill rotWithShape="0"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2" name="TextBox 11"/>
              <p:cNvSpPr txBox="1"/>
              <p:nvPr/>
            </p:nvSpPr>
            <p:spPr>
              <a:xfrm>
                <a:off x="9573021" y="3767204"/>
                <a:ext cx="411330" cy="461665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3000" i="1" smtClean="0">
                              <a:latin typeface="Cambria Math" charset="0"/>
                            </a:rPr>
                          </m:ctrlPr>
                        </m:sSubPr>
                        <m:e>
                          <m:acc>
                            <m:accPr>
                              <m:chr m:val="̂"/>
                              <m:ctrlPr>
                                <a:rPr lang="en-US" sz="3000" b="0" i="1" smtClean="0">
                                  <a:latin typeface="Cambria Math" charset="0"/>
                                </a:rPr>
                              </m:ctrlPr>
                            </m:accPr>
                            <m:e>
                              <m:r>
                                <a:rPr lang="en-US" sz="3000" b="0" i="1" smtClean="0">
                                  <a:latin typeface="Cambria Math" charset="0"/>
                                </a:rPr>
                                <m:t>𝑥</m:t>
                              </m:r>
                            </m:e>
                          </m:acc>
                        </m:e>
                        <m:sub>
                          <m:r>
                            <a:rPr lang="en-US" sz="3000" b="0" i="1" smtClean="0">
                              <a:latin typeface="Cambria Math" charset="0"/>
                            </a:rPr>
                            <m:t>𝑖</m:t>
                          </m:r>
                        </m:sub>
                      </m:sSub>
                    </m:oMath>
                  </m:oMathPara>
                </a14:m>
                <a:endParaRPr lang="en-US" sz="3000" dirty="0"/>
              </a:p>
            </p:txBody>
          </p:sp>
        </mc:Choice>
        <mc:Fallback>
          <p:sp>
            <p:nvSpPr>
              <p:cNvPr id="12" name="TextBox 1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573021" y="3767204"/>
                <a:ext cx="411330" cy="461665"/>
              </a:xfrm>
              <a:prstGeom prst="rect">
                <a:avLst/>
              </a:prstGeom>
              <a:blipFill rotWithShape="0"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4" name="TextBox 13"/>
              <p:cNvSpPr txBox="1"/>
              <p:nvPr/>
            </p:nvSpPr>
            <p:spPr>
              <a:xfrm>
                <a:off x="7475621" y="2926771"/>
                <a:ext cx="413062" cy="461665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3000" i="1" smtClean="0">
                              <a:latin typeface="Cambria Math" charset="0"/>
                            </a:rPr>
                          </m:ctrlPr>
                        </m:sSubPr>
                        <m:e>
                          <m:acc>
                            <m:accPr>
                              <m:chr m:val="̂"/>
                              <m:ctrlPr>
                                <a:rPr lang="en-US" sz="3000" b="0" i="1" smtClean="0">
                                  <a:latin typeface="Cambria Math" charset="0"/>
                                </a:rPr>
                              </m:ctrlPr>
                            </m:accPr>
                            <m:e>
                              <m:r>
                                <a:rPr lang="en-US" sz="3000" b="0" i="1" smtClean="0">
                                  <a:latin typeface="Cambria Math" charset="0"/>
                                </a:rPr>
                                <m:t>𝑦</m:t>
                              </m:r>
                            </m:e>
                          </m:acc>
                        </m:e>
                        <m:sub>
                          <m:r>
                            <a:rPr lang="en-US" sz="3000" b="0" i="1" smtClean="0">
                              <a:latin typeface="Cambria Math" charset="0"/>
                            </a:rPr>
                            <m:t>𝑖</m:t>
                          </m:r>
                        </m:sub>
                      </m:sSub>
                    </m:oMath>
                  </m:oMathPara>
                </a14:m>
                <a:endParaRPr lang="en-US" sz="3000" dirty="0"/>
              </a:p>
            </p:txBody>
          </p:sp>
        </mc:Choice>
        <mc:Fallback>
          <p:sp>
            <p:nvSpPr>
              <p:cNvPr id="14" name="TextBox 1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75621" y="2926771"/>
                <a:ext cx="413062" cy="461665"/>
              </a:xfrm>
              <a:prstGeom prst="rect">
                <a:avLst/>
              </a:prstGeom>
              <a:blipFill rotWithShape="0"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5" name="TextBox 14"/>
              <p:cNvSpPr txBox="1"/>
              <p:nvPr/>
            </p:nvSpPr>
            <p:spPr>
              <a:xfrm>
                <a:off x="8077200" y="3157603"/>
                <a:ext cx="386516" cy="461665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3000" i="1" smtClean="0">
                              <a:latin typeface="Cambria Math" charset="0"/>
                            </a:rPr>
                          </m:ctrlPr>
                        </m:sSubPr>
                        <m:e>
                          <m:acc>
                            <m:accPr>
                              <m:chr m:val="̂"/>
                              <m:ctrlPr>
                                <a:rPr lang="en-US" sz="3000" b="0" i="1" smtClean="0">
                                  <a:latin typeface="Cambria Math" charset="0"/>
                                </a:rPr>
                              </m:ctrlPr>
                            </m:accPr>
                            <m:e>
                              <m:r>
                                <a:rPr lang="en-US" sz="3000" b="0" i="1" smtClean="0">
                                  <a:latin typeface="Cambria Math" charset="0"/>
                                </a:rPr>
                                <m:t>𝑧</m:t>
                              </m:r>
                            </m:e>
                          </m:acc>
                        </m:e>
                        <m:sub>
                          <m:r>
                            <a:rPr lang="en-US" sz="3000" b="0" i="1" smtClean="0">
                              <a:latin typeface="Cambria Math" charset="0"/>
                            </a:rPr>
                            <m:t>𝑖</m:t>
                          </m:r>
                        </m:sub>
                      </m:sSub>
                    </m:oMath>
                  </m:oMathPara>
                </a14:m>
                <a:endParaRPr lang="en-US" sz="3000" dirty="0"/>
              </a:p>
            </p:txBody>
          </p:sp>
        </mc:Choice>
        <mc:Fallback>
          <p:sp>
            <p:nvSpPr>
              <p:cNvPr id="15" name="TextBox 1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77200" y="3157603"/>
                <a:ext cx="386516" cy="461665"/>
              </a:xfrm>
              <a:prstGeom prst="rect">
                <a:avLst/>
              </a:prstGeom>
              <a:blipFill rotWithShape="0"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6" name="TextBox 15"/>
          <p:cNvSpPr txBox="1"/>
          <p:nvPr/>
        </p:nvSpPr>
        <p:spPr>
          <a:xfrm>
            <a:off x="4963810" y="1098882"/>
            <a:ext cx="1114088" cy="461665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sz="3000" dirty="0" smtClean="0"/>
              <a:t>Link i-1</a:t>
            </a:r>
            <a:endParaRPr lang="en-US" sz="3000" dirty="0"/>
          </a:p>
        </p:txBody>
      </p:sp>
      <p:sp>
        <p:nvSpPr>
          <p:cNvPr id="17" name="TextBox 16"/>
          <p:cNvSpPr txBox="1"/>
          <p:nvPr/>
        </p:nvSpPr>
        <p:spPr>
          <a:xfrm>
            <a:off x="9984351" y="1098881"/>
            <a:ext cx="801501" cy="461665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sz="3000" dirty="0" smtClean="0"/>
              <a:t>Link </a:t>
            </a:r>
            <a:r>
              <a:rPr lang="en-US" sz="3000" dirty="0" err="1" smtClean="0"/>
              <a:t>i</a:t>
            </a:r>
            <a:endParaRPr lang="en-US" sz="3000" dirty="0"/>
          </a:p>
        </p:txBody>
      </p:sp>
      <p:sp>
        <p:nvSpPr>
          <p:cNvPr id="18" name="TextBox 17"/>
          <p:cNvSpPr txBox="1"/>
          <p:nvPr/>
        </p:nvSpPr>
        <p:spPr>
          <a:xfrm>
            <a:off x="8975581" y="420649"/>
            <a:ext cx="803105" cy="461665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sz="3000" smtClean="0"/>
              <a:t>Axis </a:t>
            </a:r>
            <a:r>
              <a:rPr lang="en-US" sz="3000" dirty="0" err="1" smtClean="0"/>
              <a:t>i</a:t>
            </a:r>
            <a:endParaRPr lang="en-US" sz="3000" dirty="0"/>
          </a:p>
        </p:txBody>
      </p:sp>
      <p:sp>
        <p:nvSpPr>
          <p:cNvPr id="19" name="TextBox 18"/>
          <p:cNvSpPr txBox="1"/>
          <p:nvPr/>
        </p:nvSpPr>
        <p:spPr>
          <a:xfrm>
            <a:off x="1427247" y="460751"/>
            <a:ext cx="1115690" cy="461665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sz="3000" dirty="0" smtClean="0"/>
              <a:t>Axis i-1</a:t>
            </a:r>
            <a:endParaRPr lang="en-US" sz="3000" dirty="0"/>
          </a:p>
        </p:txBody>
      </p:sp>
    </p:spTree>
    <p:extLst>
      <p:ext uri="{BB962C8B-B14F-4D97-AF65-F5344CB8AC3E}">
        <p14:creationId xmlns:p14="http://schemas.microsoft.com/office/powerpoint/2010/main" val="135776129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19</TotalTime>
  <Words>68</Words>
  <Application>Microsoft Macintosh PowerPoint</Application>
  <PresentationFormat>Widescreen</PresentationFormat>
  <Paragraphs>14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Calibri</vt:lpstr>
      <vt:lpstr>Calibri Light</vt:lpstr>
      <vt:lpstr>Cambria Math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15.0033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Nanayakkara, Thrishantha</dc:creator>
  <cp:lastModifiedBy>Nanayakkara, Thrishantha</cp:lastModifiedBy>
  <cp:revision>2</cp:revision>
  <dcterms:created xsi:type="dcterms:W3CDTF">2017-08-02T13:05:09Z</dcterms:created>
  <dcterms:modified xsi:type="dcterms:W3CDTF">2017-08-02T13:24:56Z</dcterms:modified>
</cp:coreProperties>
</file>