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4617"/>
  </p:normalViewPr>
  <p:slideViewPr>
    <p:cSldViewPr snapToGrid="0" snapToObjects="1">
      <p:cViewPr varScale="1">
        <p:scale>
          <a:sx n="80" d="100"/>
          <a:sy n="80" d="100"/>
        </p:scale>
        <p:origin x="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0" t="5348" r="3618"/>
          <a:stretch/>
        </p:blipFill>
        <p:spPr>
          <a:xfrm rot="5400000">
            <a:off x="-304982" y="949052"/>
            <a:ext cx="6087292" cy="486845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76" r="18476" b="3817"/>
          <a:stretch/>
        </p:blipFill>
        <p:spPr>
          <a:xfrm rot="5400000">
            <a:off x="6047277" y="4352"/>
            <a:ext cx="5531591" cy="675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cp:lastPrinted>2017-08-02T13:25:25Z</cp:lastPrinted>
  <dcterms:created xsi:type="dcterms:W3CDTF">2017-08-02T13:05:09Z</dcterms:created>
  <dcterms:modified xsi:type="dcterms:W3CDTF">2017-08-02T13:56:12Z</dcterms:modified>
</cp:coreProperties>
</file>