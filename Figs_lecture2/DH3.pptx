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9"/>
    <p:restoredTop sz="94617"/>
  </p:normalViewPr>
  <p:slideViewPr>
    <p:cSldViewPr snapToGrid="0" snapToObjects="1">
      <p:cViewPr varScale="1">
        <p:scale>
          <a:sx n="80" d="100"/>
          <a:sy n="80" d="100"/>
        </p:scale>
        <p:origin x="22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8/2/17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7" descr="C:\My Documents\Summer 2001\LK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7" b="16991"/>
          <a:stretch>
            <a:fillRect/>
          </a:stretch>
        </p:blipFill>
        <p:spPr bwMode="auto">
          <a:xfrm>
            <a:off x="1198314" y="882314"/>
            <a:ext cx="9624586" cy="587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05200" y="4596060"/>
                <a:ext cx="77681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3000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4596060"/>
                <a:ext cx="776816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28800" y="2069429"/>
                <a:ext cx="752001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3000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069429"/>
                <a:ext cx="752001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505200" y="3144250"/>
                <a:ext cx="77854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3000" b="0" i="1" smtClean="0">
                              <a:latin typeface="Cambria Math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144250"/>
                <a:ext cx="778546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2393" y="5759113"/>
                <a:ext cx="44076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30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𝛼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393" y="5759113"/>
                <a:ext cx="440762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847362" y="4134395"/>
                <a:ext cx="42473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362" y="4134395"/>
                <a:ext cx="424732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704165" y="4365227"/>
                <a:ext cx="594993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charset="0"/>
                            </a:rPr>
                            <m:t>𝑑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165" y="4365227"/>
                <a:ext cx="594993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663933" y="5142400"/>
                <a:ext cx="594993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30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3933" y="5142400"/>
                <a:ext cx="594993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573021" y="3767204"/>
                <a:ext cx="41133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3021" y="3767204"/>
                <a:ext cx="411330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475621" y="2926771"/>
                <a:ext cx="41306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5621" y="2926771"/>
                <a:ext cx="413062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077200" y="3157603"/>
                <a:ext cx="38651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000" b="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3000" b="0" i="1" smtClean="0">
                                  <a:latin typeface="Cambria Math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3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3157603"/>
                <a:ext cx="386516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963810" y="1098882"/>
            <a:ext cx="1114088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000" dirty="0" smtClean="0"/>
              <a:t>Link i-1</a:t>
            </a:r>
            <a:endParaRPr lang="en-US" sz="3000" dirty="0"/>
          </a:p>
        </p:txBody>
      </p:sp>
      <p:sp>
        <p:nvSpPr>
          <p:cNvPr id="17" name="TextBox 16"/>
          <p:cNvSpPr txBox="1"/>
          <p:nvPr/>
        </p:nvSpPr>
        <p:spPr>
          <a:xfrm>
            <a:off x="9984351" y="1098881"/>
            <a:ext cx="801501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000" dirty="0" smtClean="0"/>
              <a:t>Link </a:t>
            </a:r>
            <a:r>
              <a:rPr lang="en-US" sz="3000" dirty="0" err="1" smtClean="0"/>
              <a:t>i</a:t>
            </a:r>
            <a:endParaRPr lang="en-US" sz="3000" dirty="0"/>
          </a:p>
        </p:txBody>
      </p:sp>
      <p:sp>
        <p:nvSpPr>
          <p:cNvPr id="18" name="TextBox 17"/>
          <p:cNvSpPr txBox="1"/>
          <p:nvPr/>
        </p:nvSpPr>
        <p:spPr>
          <a:xfrm>
            <a:off x="8975581" y="420649"/>
            <a:ext cx="80310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000" smtClean="0"/>
              <a:t>Axis </a:t>
            </a:r>
            <a:r>
              <a:rPr lang="en-US" sz="3000" dirty="0" err="1" smtClean="0"/>
              <a:t>i</a:t>
            </a:r>
            <a:endParaRPr lang="en-US" sz="3000" dirty="0"/>
          </a:p>
        </p:txBody>
      </p:sp>
      <p:sp>
        <p:nvSpPr>
          <p:cNvPr id="19" name="TextBox 18"/>
          <p:cNvSpPr txBox="1"/>
          <p:nvPr/>
        </p:nvSpPr>
        <p:spPr>
          <a:xfrm>
            <a:off x="1427247" y="460751"/>
            <a:ext cx="1115690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000" dirty="0" smtClean="0"/>
              <a:t>Axis i-1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35776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64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Cambria Math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3</cp:revision>
  <dcterms:created xsi:type="dcterms:W3CDTF">2017-08-02T13:05:09Z</dcterms:created>
  <dcterms:modified xsi:type="dcterms:W3CDTF">2017-08-02T15:47:26Z</dcterms:modified>
</cp:coreProperties>
</file>