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9"/>
    <p:restoredTop sz="94617"/>
  </p:normalViewPr>
  <p:slideViewPr>
    <p:cSldViewPr snapToGrid="0" snapToObjects="1">
      <p:cViewPr varScale="1">
        <p:scale>
          <a:sx n="49" d="100"/>
          <a:sy n="49" d="100"/>
        </p:scale>
        <p:origin x="200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0" t="5348" r="3618"/>
          <a:stretch/>
        </p:blipFill>
        <p:spPr>
          <a:xfrm rot="5400000">
            <a:off x="-304982" y="949052"/>
            <a:ext cx="6087292" cy="48684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" t="9871" r="2920" b="17494"/>
          <a:stretch/>
        </p:blipFill>
        <p:spPr>
          <a:xfrm>
            <a:off x="5538650" y="1541417"/>
            <a:ext cx="6453053" cy="373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5</cp:revision>
  <cp:lastPrinted>2017-08-02T13:25:25Z</cp:lastPrinted>
  <dcterms:created xsi:type="dcterms:W3CDTF">2017-08-02T13:05:09Z</dcterms:created>
  <dcterms:modified xsi:type="dcterms:W3CDTF">2017-08-02T16:25:55Z</dcterms:modified>
</cp:coreProperties>
</file>