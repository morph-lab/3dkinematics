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33"/>
    <p:restoredTop sz="94617"/>
  </p:normalViewPr>
  <p:slideViewPr>
    <p:cSldViewPr snapToGrid="0" snapToObjects="1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958147" y="3007277"/>
            <a:ext cx="411480" cy="4364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7182591" y="2520982"/>
            <a:ext cx="1832957" cy="72320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20280778">
            <a:off x="9075467" y="2192527"/>
            <a:ext cx="311728" cy="11558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9447113" y="2408839"/>
            <a:ext cx="1832957" cy="72320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/>
          <p:cNvSpPr/>
          <p:nvPr/>
        </p:nvSpPr>
        <p:spPr>
          <a:xfrm>
            <a:off x="6605909" y="2726761"/>
            <a:ext cx="1078577" cy="1034856"/>
          </a:xfrm>
          <a:prstGeom prst="arc">
            <a:avLst>
              <a:gd name="adj1" fmla="val 16200000"/>
              <a:gd name="adj2" fmla="val 2639694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Arc 8"/>
          <p:cNvSpPr/>
          <p:nvPr/>
        </p:nvSpPr>
        <p:spPr>
          <a:xfrm rot="20741951">
            <a:off x="8099151" y="1998546"/>
            <a:ext cx="1143944" cy="184504"/>
          </a:xfrm>
          <a:prstGeom prst="arc">
            <a:avLst>
              <a:gd name="adj1" fmla="val 18728964"/>
              <a:gd name="adj2" fmla="val 9856310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0" name="Straight Connector 9"/>
          <p:cNvCxnSpPr/>
          <p:nvPr/>
        </p:nvCxnSpPr>
        <p:spPr>
          <a:xfrm flipH="1" flipV="1">
            <a:off x="8716289" y="1535925"/>
            <a:ext cx="938284" cy="222569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8261168" y="1953680"/>
            <a:ext cx="2101042" cy="86656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362209" y="2745504"/>
            <a:ext cx="818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7683" y="2873171"/>
            <a:ext cx="818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l1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1180317" y="2234575"/>
            <a:ext cx="169172" cy="34852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11349489" y="2384222"/>
            <a:ext cx="340493" cy="1923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11179242" y="2088128"/>
            <a:ext cx="340493" cy="1923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444756" y="3096382"/>
            <a:ext cx="1290152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D12223B-89B4-F04D-8E81-A04A1182C1A7}"/>
              </a:ext>
            </a:extLst>
          </p:cNvPr>
          <p:cNvSpPr txBox="1"/>
          <p:nvPr/>
        </p:nvSpPr>
        <p:spPr>
          <a:xfrm>
            <a:off x="9392154" y="2435153"/>
            <a:ext cx="818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l2</a:t>
            </a:r>
          </a:p>
        </p:txBody>
      </p:sp>
      <p:sp>
        <p:nvSpPr>
          <p:cNvPr id="29" name="Direct Access Storage 28">
            <a:extLst>
              <a:ext uri="{FF2B5EF4-FFF2-40B4-BE49-F238E27FC236}">
                <a16:creationId xmlns:a16="http://schemas.microsoft.com/office/drawing/2014/main" id="{DF62C676-512E-9248-BDE2-75239FCABE7D}"/>
              </a:ext>
            </a:extLst>
          </p:cNvPr>
          <p:cNvSpPr/>
          <p:nvPr/>
        </p:nvSpPr>
        <p:spPr>
          <a:xfrm rot="9315426">
            <a:off x="3998009" y="1957013"/>
            <a:ext cx="1970087" cy="689815"/>
          </a:xfrm>
          <a:prstGeom prst="flowChartMagneticDrum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irect Access Storage 29">
            <a:extLst>
              <a:ext uri="{FF2B5EF4-FFF2-40B4-BE49-F238E27FC236}">
                <a16:creationId xmlns:a16="http://schemas.microsoft.com/office/drawing/2014/main" id="{F186554C-6B76-9949-8D46-54FF7929F2FE}"/>
              </a:ext>
            </a:extLst>
          </p:cNvPr>
          <p:cNvSpPr/>
          <p:nvPr/>
        </p:nvSpPr>
        <p:spPr>
          <a:xfrm rot="874206">
            <a:off x="2745279" y="2109072"/>
            <a:ext cx="1970087" cy="689815"/>
          </a:xfrm>
          <a:prstGeom prst="flowChartMagneticDrum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irect Access Storage 30">
            <a:extLst>
              <a:ext uri="{FF2B5EF4-FFF2-40B4-BE49-F238E27FC236}">
                <a16:creationId xmlns:a16="http://schemas.microsoft.com/office/drawing/2014/main" id="{6649442D-7176-034B-BA7A-0730DA293550}"/>
              </a:ext>
            </a:extLst>
          </p:cNvPr>
          <p:cNvSpPr/>
          <p:nvPr/>
        </p:nvSpPr>
        <p:spPr>
          <a:xfrm rot="10487442">
            <a:off x="1295599" y="2021656"/>
            <a:ext cx="1970087" cy="689815"/>
          </a:xfrm>
          <a:prstGeom prst="flowChartMagneticDrum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Magnetic Disk 31">
            <a:extLst>
              <a:ext uri="{FF2B5EF4-FFF2-40B4-BE49-F238E27FC236}">
                <a16:creationId xmlns:a16="http://schemas.microsoft.com/office/drawing/2014/main" id="{4C8785C2-2C85-CB44-A73A-4F2C9A2C3937}"/>
              </a:ext>
            </a:extLst>
          </p:cNvPr>
          <p:cNvSpPr/>
          <p:nvPr/>
        </p:nvSpPr>
        <p:spPr>
          <a:xfrm>
            <a:off x="1056213" y="3453395"/>
            <a:ext cx="844062" cy="1106711"/>
          </a:xfrm>
          <a:prstGeom prst="flowChartMagneticDisk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Magnetic Disk 32">
            <a:extLst>
              <a:ext uri="{FF2B5EF4-FFF2-40B4-BE49-F238E27FC236}">
                <a16:creationId xmlns:a16="http://schemas.microsoft.com/office/drawing/2014/main" id="{AE853A29-A568-D848-BB3C-8F787DFA9D06}"/>
              </a:ext>
            </a:extLst>
          </p:cNvPr>
          <p:cNvSpPr/>
          <p:nvPr/>
        </p:nvSpPr>
        <p:spPr>
          <a:xfrm>
            <a:off x="1056213" y="2726761"/>
            <a:ext cx="844062" cy="1106711"/>
          </a:xfrm>
          <a:prstGeom prst="flowChartMagneticDisk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Magnetic Disk 33">
            <a:extLst>
              <a:ext uri="{FF2B5EF4-FFF2-40B4-BE49-F238E27FC236}">
                <a16:creationId xmlns:a16="http://schemas.microsoft.com/office/drawing/2014/main" id="{C304EFC0-528A-B749-A723-688DA56A7E22}"/>
              </a:ext>
            </a:extLst>
          </p:cNvPr>
          <p:cNvSpPr/>
          <p:nvPr/>
        </p:nvSpPr>
        <p:spPr>
          <a:xfrm>
            <a:off x="1056213" y="1964958"/>
            <a:ext cx="844062" cy="110671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98CF8358-6DE9-A44E-8953-01D33AE9193A}"/>
              </a:ext>
            </a:extLst>
          </p:cNvPr>
          <p:cNvSpPr/>
          <p:nvPr/>
        </p:nvSpPr>
        <p:spPr>
          <a:xfrm rot="10800000">
            <a:off x="252145" y="694181"/>
            <a:ext cx="1546865" cy="686187"/>
          </a:xfrm>
          <a:prstGeom prst="arc">
            <a:avLst>
              <a:gd name="adj1" fmla="val 9984488"/>
              <a:gd name="adj2" fmla="val 16654696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A18DECE3-835A-5F4F-B462-D9C791646403}"/>
              </a:ext>
            </a:extLst>
          </p:cNvPr>
          <p:cNvSpPr/>
          <p:nvPr/>
        </p:nvSpPr>
        <p:spPr>
          <a:xfrm rot="10800000">
            <a:off x="3971635" y="1917133"/>
            <a:ext cx="1271090" cy="1520404"/>
          </a:xfrm>
          <a:prstGeom prst="arc">
            <a:avLst>
              <a:gd name="adj1" fmla="val 3194858"/>
              <a:gd name="adj2" fmla="val 14234851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4BA3480-BE8D-A848-9C94-3DC01AAFCCED}"/>
              </a:ext>
            </a:extLst>
          </p:cNvPr>
          <p:cNvCxnSpPr>
            <a:cxnSpLocks/>
          </p:cNvCxnSpPr>
          <p:nvPr/>
        </p:nvCxnSpPr>
        <p:spPr>
          <a:xfrm flipV="1">
            <a:off x="1474644" y="1719128"/>
            <a:ext cx="0" cy="4732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A1D6DB0-AEFC-E04A-8156-722C24A9BC0A}"/>
              </a:ext>
            </a:extLst>
          </p:cNvPr>
          <p:cNvCxnSpPr>
            <a:cxnSpLocks/>
          </p:cNvCxnSpPr>
          <p:nvPr/>
        </p:nvCxnSpPr>
        <p:spPr>
          <a:xfrm>
            <a:off x="4306351" y="2595045"/>
            <a:ext cx="676701" cy="1839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E452687-7480-1148-8011-A36F17394E23}"/>
              </a:ext>
            </a:extLst>
          </p:cNvPr>
          <p:cNvCxnSpPr/>
          <p:nvPr/>
        </p:nvCxnSpPr>
        <p:spPr>
          <a:xfrm flipV="1">
            <a:off x="4650421" y="2032700"/>
            <a:ext cx="915096" cy="38408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39E6909-942A-E944-A3DC-050B76B627B6}"/>
              </a:ext>
            </a:extLst>
          </p:cNvPr>
          <p:cNvCxnSpPr>
            <a:cxnSpLocks/>
          </p:cNvCxnSpPr>
          <p:nvPr/>
        </p:nvCxnSpPr>
        <p:spPr>
          <a:xfrm flipV="1">
            <a:off x="4537862" y="2515617"/>
            <a:ext cx="1251699" cy="113737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9</cp:revision>
  <cp:lastPrinted>2017-08-02T13:25:25Z</cp:lastPrinted>
  <dcterms:created xsi:type="dcterms:W3CDTF">2017-08-02T13:05:09Z</dcterms:created>
  <dcterms:modified xsi:type="dcterms:W3CDTF">2021-12-05T17:20:16Z</dcterms:modified>
</cp:coreProperties>
</file>