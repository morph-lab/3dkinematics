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633"/>
    <p:restoredTop sz="94617"/>
  </p:normalViewPr>
  <p:slideViewPr>
    <p:cSldViewPr snapToGrid="0" snapToObjects="1">
      <p:cViewPr varScale="1">
        <p:scale>
          <a:sx n="121" d="100"/>
          <a:sy n="121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93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4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9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2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3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70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35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6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4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47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E6520-D9D5-5647-B367-F871FA2E3EAB}" type="datetimeFigureOut">
              <a:rPr lang="en-US" smtClean="0"/>
              <a:t>12/5/21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57D97-BFB0-D04A-B8D8-6F951E1EC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irect Access Storage 23"/>
          <p:cNvSpPr/>
          <p:nvPr/>
        </p:nvSpPr>
        <p:spPr>
          <a:xfrm rot="9315426">
            <a:off x="4005499" y="1506807"/>
            <a:ext cx="1970087" cy="689815"/>
          </a:xfrm>
          <a:prstGeom prst="flowChartMagneticDrum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irect Access Storage 22"/>
          <p:cNvSpPr/>
          <p:nvPr/>
        </p:nvSpPr>
        <p:spPr>
          <a:xfrm rot="874206">
            <a:off x="2752769" y="1658866"/>
            <a:ext cx="1970087" cy="689815"/>
          </a:xfrm>
          <a:prstGeom prst="flowChartMagneticDrum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rect Access Storage 17"/>
          <p:cNvSpPr/>
          <p:nvPr/>
        </p:nvSpPr>
        <p:spPr>
          <a:xfrm rot="10487442">
            <a:off x="1303089" y="1571450"/>
            <a:ext cx="1970087" cy="689815"/>
          </a:xfrm>
          <a:prstGeom prst="flowChartMagneticDrum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Magnetic Disk 21"/>
          <p:cNvSpPr/>
          <p:nvPr/>
        </p:nvSpPr>
        <p:spPr>
          <a:xfrm>
            <a:off x="1063703" y="3003189"/>
            <a:ext cx="844062" cy="1106711"/>
          </a:xfrm>
          <a:prstGeom prst="flowChartMagneticDisk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gnetic Disk 20"/>
          <p:cNvSpPr/>
          <p:nvPr/>
        </p:nvSpPr>
        <p:spPr>
          <a:xfrm>
            <a:off x="1063703" y="2276555"/>
            <a:ext cx="844062" cy="1106711"/>
          </a:xfrm>
          <a:prstGeom prst="flowChartMagneticDisk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gnetic Disk 2"/>
          <p:cNvSpPr/>
          <p:nvPr/>
        </p:nvSpPr>
        <p:spPr>
          <a:xfrm>
            <a:off x="1063703" y="1514752"/>
            <a:ext cx="844062" cy="110671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/>
          <p:cNvSpPr/>
          <p:nvPr/>
        </p:nvSpPr>
        <p:spPr>
          <a:xfrm rot="10800000">
            <a:off x="259635" y="243975"/>
            <a:ext cx="1546865" cy="686187"/>
          </a:xfrm>
          <a:prstGeom prst="arc">
            <a:avLst>
              <a:gd name="adj1" fmla="val 9984488"/>
              <a:gd name="adj2" fmla="val 16654696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6" name="Arc 25"/>
          <p:cNvSpPr/>
          <p:nvPr/>
        </p:nvSpPr>
        <p:spPr>
          <a:xfrm rot="10800000">
            <a:off x="3979125" y="1466927"/>
            <a:ext cx="1271090" cy="1520404"/>
          </a:xfrm>
          <a:prstGeom prst="arc">
            <a:avLst>
              <a:gd name="adj1" fmla="val 3194858"/>
              <a:gd name="adj2" fmla="val 14234851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4BDE705-5877-9B4E-956A-FF6CF98D6F4B}"/>
              </a:ext>
            </a:extLst>
          </p:cNvPr>
          <p:cNvSpPr/>
          <p:nvPr/>
        </p:nvSpPr>
        <p:spPr>
          <a:xfrm>
            <a:off x="6719886" y="3328981"/>
            <a:ext cx="411480" cy="43641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B9CABF0-9868-4944-968E-5CE3C949A3A0}"/>
              </a:ext>
            </a:extLst>
          </p:cNvPr>
          <p:cNvCxnSpPr/>
          <p:nvPr/>
        </p:nvCxnSpPr>
        <p:spPr>
          <a:xfrm flipV="1">
            <a:off x="6944330" y="2842686"/>
            <a:ext cx="1832957" cy="72320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A5CAC1C-DECB-4844-B221-AA9AEE4947AE}"/>
              </a:ext>
            </a:extLst>
          </p:cNvPr>
          <p:cNvSpPr/>
          <p:nvPr/>
        </p:nvSpPr>
        <p:spPr>
          <a:xfrm rot="20280778">
            <a:off x="8837206" y="2514231"/>
            <a:ext cx="311728" cy="115583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6386D5-D424-9044-988E-F8C205B0E145}"/>
              </a:ext>
            </a:extLst>
          </p:cNvPr>
          <p:cNvCxnSpPr/>
          <p:nvPr/>
        </p:nvCxnSpPr>
        <p:spPr>
          <a:xfrm flipV="1">
            <a:off x="9208852" y="2730543"/>
            <a:ext cx="1832957" cy="72320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Arc 31">
            <a:extLst>
              <a:ext uri="{FF2B5EF4-FFF2-40B4-BE49-F238E27FC236}">
                <a16:creationId xmlns:a16="http://schemas.microsoft.com/office/drawing/2014/main" id="{C7BCF3D2-1999-9A47-AD13-695300595705}"/>
              </a:ext>
            </a:extLst>
          </p:cNvPr>
          <p:cNvSpPr/>
          <p:nvPr/>
        </p:nvSpPr>
        <p:spPr>
          <a:xfrm>
            <a:off x="6240300" y="3076055"/>
            <a:ext cx="1078577" cy="1034856"/>
          </a:xfrm>
          <a:prstGeom prst="arc">
            <a:avLst>
              <a:gd name="adj1" fmla="val 16200000"/>
              <a:gd name="adj2" fmla="val 2639694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8BBC3FD3-047B-8243-8DA2-61FFB7A26401}"/>
              </a:ext>
            </a:extLst>
          </p:cNvPr>
          <p:cNvSpPr/>
          <p:nvPr/>
        </p:nvSpPr>
        <p:spPr>
          <a:xfrm rot="20741951">
            <a:off x="8557013" y="3852422"/>
            <a:ext cx="1143944" cy="184504"/>
          </a:xfrm>
          <a:prstGeom prst="arc">
            <a:avLst>
              <a:gd name="adj1" fmla="val 18728964"/>
              <a:gd name="adj2" fmla="val 9856310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FA12C94-6D51-7C43-AC82-0EE0E76AB433}"/>
              </a:ext>
            </a:extLst>
          </p:cNvPr>
          <p:cNvCxnSpPr/>
          <p:nvPr/>
        </p:nvCxnSpPr>
        <p:spPr>
          <a:xfrm flipH="1" flipV="1">
            <a:off x="8478028" y="1857629"/>
            <a:ext cx="938284" cy="222569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BF7ECA0-7FDD-1744-B984-7A580E773EDE}"/>
              </a:ext>
            </a:extLst>
          </p:cNvPr>
          <p:cNvCxnSpPr/>
          <p:nvPr/>
        </p:nvCxnSpPr>
        <p:spPr>
          <a:xfrm flipV="1">
            <a:off x="8022907" y="2275384"/>
            <a:ext cx="2101042" cy="866563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CC22066-1173-2C4C-A224-F47EFA7D8F3C}"/>
              </a:ext>
            </a:extLst>
          </p:cNvPr>
          <p:cNvCxnSpPr/>
          <p:nvPr/>
        </p:nvCxnSpPr>
        <p:spPr>
          <a:xfrm flipV="1">
            <a:off x="6944330" y="3302858"/>
            <a:ext cx="698270" cy="26303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BC46E6-7157-F943-ADD4-4212EFC03075}"/>
              </a:ext>
            </a:extLst>
          </p:cNvPr>
          <p:cNvCxnSpPr/>
          <p:nvPr/>
        </p:nvCxnSpPr>
        <p:spPr>
          <a:xfrm flipH="1" flipV="1">
            <a:off x="6632603" y="2842686"/>
            <a:ext cx="293024" cy="71701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7AF5A44-1565-BC40-B034-DFA1CFDDFEB0}"/>
              </a:ext>
            </a:extLst>
          </p:cNvPr>
          <p:cNvCxnSpPr/>
          <p:nvPr/>
        </p:nvCxnSpPr>
        <p:spPr>
          <a:xfrm>
            <a:off x="6940061" y="3580212"/>
            <a:ext cx="711761" cy="619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A10A25C-C96B-FA44-8E3E-861A2C66BF53}"/>
              </a:ext>
            </a:extLst>
          </p:cNvPr>
          <p:cNvCxnSpPr/>
          <p:nvPr/>
        </p:nvCxnSpPr>
        <p:spPr>
          <a:xfrm flipV="1">
            <a:off x="6927707" y="2847596"/>
            <a:ext cx="31586" cy="73912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7630E4D-8F56-2E42-AABE-FC7ACA6A5B3B}"/>
              </a:ext>
            </a:extLst>
          </p:cNvPr>
          <p:cNvCxnSpPr/>
          <p:nvPr/>
        </p:nvCxnSpPr>
        <p:spPr>
          <a:xfrm flipH="1">
            <a:off x="6610166" y="3568910"/>
            <a:ext cx="320552" cy="2954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8679682-D00E-704A-B42D-6C2AF0AF6948}"/>
              </a:ext>
            </a:extLst>
          </p:cNvPr>
          <p:cNvCxnSpPr/>
          <p:nvPr/>
        </p:nvCxnSpPr>
        <p:spPr>
          <a:xfrm flipV="1">
            <a:off x="11041809" y="2445398"/>
            <a:ext cx="721769" cy="2839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D001217-586E-6546-8C0F-7924DF4565C0}"/>
              </a:ext>
            </a:extLst>
          </p:cNvPr>
          <p:cNvCxnSpPr/>
          <p:nvPr/>
        </p:nvCxnSpPr>
        <p:spPr>
          <a:xfrm>
            <a:off x="11024549" y="2748144"/>
            <a:ext cx="246239" cy="58532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3CB3C267-44FA-9F4F-A02B-1B9B3B29A306}"/>
              </a:ext>
            </a:extLst>
          </p:cNvPr>
          <p:cNvSpPr/>
          <p:nvPr/>
        </p:nvSpPr>
        <p:spPr>
          <a:xfrm>
            <a:off x="9637689" y="3641497"/>
            <a:ext cx="34015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/>
              <a:t>𝜃</a:t>
            </a:r>
            <a:r>
              <a:rPr lang="en-US" sz="1350" baseline="-25000"/>
              <a:t>2</a:t>
            </a:r>
            <a:endParaRPr lang="en-US" sz="1350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2085F6F-27D2-D541-970B-B7EC7479D518}"/>
              </a:ext>
            </a:extLst>
          </p:cNvPr>
          <p:cNvCxnSpPr/>
          <p:nvPr/>
        </p:nvCxnSpPr>
        <p:spPr>
          <a:xfrm>
            <a:off x="10942056" y="2572233"/>
            <a:ext cx="169172" cy="34852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3FBDDFD-9081-114C-A48C-560272ABFF30}"/>
              </a:ext>
            </a:extLst>
          </p:cNvPr>
          <p:cNvCxnSpPr>
            <a:cxnSpLocks/>
          </p:cNvCxnSpPr>
          <p:nvPr/>
        </p:nvCxnSpPr>
        <p:spPr>
          <a:xfrm flipH="1">
            <a:off x="11111229" y="2744995"/>
            <a:ext cx="356608" cy="16925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FEB43FF-4454-024D-BEC9-5BF274DAF4EC}"/>
              </a:ext>
            </a:extLst>
          </p:cNvPr>
          <p:cNvCxnSpPr>
            <a:cxnSpLocks/>
          </p:cNvCxnSpPr>
          <p:nvPr/>
        </p:nvCxnSpPr>
        <p:spPr>
          <a:xfrm flipH="1">
            <a:off x="10908995" y="2406777"/>
            <a:ext cx="367838" cy="17861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F643CC4-D930-3D45-AAFE-107EE62D78B2}"/>
              </a:ext>
            </a:extLst>
          </p:cNvPr>
          <p:cNvCxnSpPr/>
          <p:nvPr/>
        </p:nvCxnSpPr>
        <p:spPr>
          <a:xfrm flipV="1">
            <a:off x="9184190" y="3099191"/>
            <a:ext cx="915096" cy="38408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4CCFCC8-6696-684D-9723-97D26D355501}"/>
              </a:ext>
            </a:extLst>
          </p:cNvPr>
          <p:cNvCxnSpPr/>
          <p:nvPr/>
        </p:nvCxnSpPr>
        <p:spPr>
          <a:xfrm>
            <a:off x="8865344" y="2764110"/>
            <a:ext cx="675605" cy="161191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D219C31-1AEA-BD44-9630-D11BF03A9733}"/>
                  </a:ext>
                </a:extLst>
              </p:cNvPr>
              <p:cNvSpPr txBox="1"/>
              <p:nvPr/>
            </p:nvSpPr>
            <p:spPr>
              <a:xfrm>
                <a:off x="7379742" y="3547886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D219C31-1AEA-BD44-9630-D11BF03A9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9742" y="3547886"/>
                <a:ext cx="281423" cy="276999"/>
              </a:xfrm>
              <a:prstGeom prst="rect">
                <a:avLst/>
              </a:prstGeom>
              <a:blipFill>
                <a:blip r:embed="rId2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A211A51-BD31-214E-AD23-46E02FB68B80}"/>
                  </a:ext>
                </a:extLst>
              </p:cNvPr>
              <p:cNvSpPr txBox="1"/>
              <p:nvPr/>
            </p:nvSpPr>
            <p:spPr>
              <a:xfrm>
                <a:off x="7385897" y="2985658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A211A51-BD31-214E-AD23-46E02FB68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897" y="2985658"/>
                <a:ext cx="276101" cy="276999"/>
              </a:xfrm>
              <a:prstGeom prst="rect">
                <a:avLst/>
              </a:prstGeom>
              <a:blipFill>
                <a:blip r:embed="rId3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9CEFBCF-8C8F-9247-B64F-B27AC8753B0A}"/>
                  </a:ext>
                </a:extLst>
              </p:cNvPr>
              <p:cNvSpPr txBox="1"/>
              <p:nvPr/>
            </p:nvSpPr>
            <p:spPr>
              <a:xfrm>
                <a:off x="6273285" y="3799566"/>
                <a:ext cx="5619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9CEFBCF-8C8F-9247-B64F-B27AC8753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285" y="3799566"/>
                <a:ext cx="561949" cy="276999"/>
              </a:xfrm>
              <a:prstGeom prst="rect">
                <a:avLst/>
              </a:prstGeom>
              <a:blipFill>
                <a:blip r:embed="rId4"/>
                <a:stretch>
                  <a:fillRect l="-2174" r="-2174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FE3DF06-6849-B947-BA4B-7F9386D8F096}"/>
                  </a:ext>
                </a:extLst>
              </p:cNvPr>
              <p:cNvSpPr txBox="1"/>
              <p:nvPr/>
            </p:nvSpPr>
            <p:spPr>
              <a:xfrm>
                <a:off x="7454958" y="3327999"/>
                <a:ext cx="27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FE3DF06-6849-B947-BA4B-7F9386D8F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958" y="3327999"/>
                <a:ext cx="276614" cy="276999"/>
              </a:xfrm>
              <a:prstGeom prst="rect">
                <a:avLst/>
              </a:prstGeom>
              <a:blipFill>
                <a:blip r:embed="rId5"/>
                <a:stretch>
                  <a:fillRect l="-22727" r="-9091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FFBD467-4E7C-8C4D-BF62-D0ACC2E9E559}"/>
                  </a:ext>
                </a:extLst>
              </p:cNvPr>
              <p:cNvSpPr txBox="1"/>
              <p:nvPr/>
            </p:nvSpPr>
            <p:spPr>
              <a:xfrm>
                <a:off x="6917113" y="2561082"/>
                <a:ext cx="2830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FFBD467-4E7C-8C4D-BF62-D0ACC2E9E5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7113" y="2561082"/>
                <a:ext cx="283091" cy="276999"/>
              </a:xfrm>
              <a:prstGeom prst="rect">
                <a:avLst/>
              </a:prstGeom>
              <a:blipFill>
                <a:blip r:embed="rId6"/>
                <a:stretch>
                  <a:fillRect l="-17391" r="-8696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3410E49-6376-9B4B-A3B3-03338E3FE467}"/>
                  </a:ext>
                </a:extLst>
              </p:cNvPr>
              <p:cNvSpPr txBox="1"/>
              <p:nvPr/>
            </p:nvSpPr>
            <p:spPr>
              <a:xfrm>
                <a:off x="6379004" y="2669840"/>
                <a:ext cx="2777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3410E49-6376-9B4B-A3B3-03338E3FE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004" y="2669840"/>
                <a:ext cx="277768" cy="276999"/>
              </a:xfrm>
              <a:prstGeom prst="rect">
                <a:avLst/>
              </a:prstGeom>
              <a:blipFill>
                <a:blip r:embed="rId7"/>
                <a:stretch>
                  <a:fillRect l="-21739" r="-4348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06033D8-BFD9-654E-9305-41D9C95159B1}"/>
                  </a:ext>
                </a:extLst>
              </p:cNvPr>
              <p:cNvSpPr txBox="1"/>
              <p:nvPr/>
            </p:nvSpPr>
            <p:spPr>
              <a:xfrm>
                <a:off x="7935323" y="3169947"/>
                <a:ext cx="2270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06033D8-BFD9-654E-9305-41D9C9515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5323" y="3169947"/>
                <a:ext cx="227049" cy="276999"/>
              </a:xfrm>
              <a:prstGeom prst="rect">
                <a:avLst/>
              </a:prstGeom>
              <a:blipFill>
                <a:blip r:embed="rId8"/>
                <a:stretch>
                  <a:fillRect l="-21053" r="-1052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F73EDEF-9388-D844-9025-A75081960DC4}"/>
                  </a:ext>
                </a:extLst>
              </p:cNvPr>
              <p:cNvSpPr txBox="1"/>
              <p:nvPr/>
            </p:nvSpPr>
            <p:spPr>
              <a:xfrm>
                <a:off x="10243618" y="3065983"/>
                <a:ext cx="2323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F73EDEF-9388-D844-9025-A75081960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3618" y="3065983"/>
                <a:ext cx="232371" cy="276999"/>
              </a:xfrm>
              <a:prstGeom prst="rect">
                <a:avLst/>
              </a:prstGeom>
              <a:blipFill>
                <a:blip r:embed="rId9"/>
                <a:stretch>
                  <a:fillRect l="-20000" r="-500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99603B2-6429-4443-99A2-BAD2D9D85A2E}"/>
                  </a:ext>
                </a:extLst>
              </p:cNvPr>
              <p:cNvSpPr txBox="1"/>
              <p:nvPr/>
            </p:nvSpPr>
            <p:spPr>
              <a:xfrm>
                <a:off x="9814765" y="2788984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99603B2-6429-4443-99A2-BAD2D9D85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4765" y="2788984"/>
                <a:ext cx="281423" cy="276999"/>
              </a:xfrm>
              <a:prstGeom prst="rect">
                <a:avLst/>
              </a:prstGeom>
              <a:blipFill>
                <a:blip r:embed="rId10"/>
                <a:stretch>
                  <a:fillRect l="-8696" r="-8696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042A822-701C-C646-98AF-FFDCE2D27299}"/>
                  </a:ext>
                </a:extLst>
              </p:cNvPr>
              <p:cNvSpPr txBox="1"/>
              <p:nvPr/>
            </p:nvSpPr>
            <p:spPr>
              <a:xfrm>
                <a:off x="9531731" y="4046456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042A822-701C-C646-98AF-FFDCE2D27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1731" y="4046456"/>
                <a:ext cx="266803" cy="276999"/>
              </a:xfrm>
              <a:prstGeom prst="rect">
                <a:avLst/>
              </a:prstGeom>
              <a:blipFill>
                <a:blip r:embed="rId11"/>
                <a:stretch>
                  <a:fillRect l="-9091" r="-4545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B8B66FB-F713-A346-9475-20E1E9871043}"/>
                  </a:ext>
                </a:extLst>
              </p:cNvPr>
              <p:cNvSpPr txBox="1"/>
              <p:nvPr/>
            </p:nvSpPr>
            <p:spPr>
              <a:xfrm>
                <a:off x="11638083" y="246949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B8B66FB-F713-A346-9475-20E1E9871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8083" y="2469498"/>
                <a:ext cx="281423" cy="276999"/>
              </a:xfrm>
              <a:prstGeom prst="rect">
                <a:avLst/>
              </a:prstGeom>
              <a:blipFill>
                <a:blip r:embed="rId12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E2A5D58-5080-8441-8CE5-8092A0E24FDC}"/>
                  </a:ext>
                </a:extLst>
              </p:cNvPr>
              <p:cNvSpPr txBox="1"/>
              <p:nvPr/>
            </p:nvSpPr>
            <p:spPr>
              <a:xfrm>
                <a:off x="11262187" y="3142242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E2A5D58-5080-8441-8CE5-8092A0E24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2187" y="3142242"/>
                <a:ext cx="266803" cy="276999"/>
              </a:xfrm>
              <a:prstGeom prst="rect">
                <a:avLst/>
              </a:prstGeom>
              <a:blipFill>
                <a:blip r:embed="rId13"/>
                <a:stretch>
                  <a:fillRect l="-9091" r="-909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5FE8CE8-1E60-9942-9826-FEAA55BB1A23}"/>
                  </a:ext>
                </a:extLst>
              </p:cNvPr>
              <p:cNvSpPr txBox="1"/>
              <p:nvPr/>
            </p:nvSpPr>
            <p:spPr>
              <a:xfrm>
                <a:off x="9166061" y="2817828"/>
                <a:ext cx="2323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55FE8CE8-1E60-9942-9826-FEAA55BB1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6061" y="2817828"/>
                <a:ext cx="232371" cy="276999"/>
              </a:xfrm>
              <a:prstGeom prst="rect">
                <a:avLst/>
              </a:prstGeom>
              <a:blipFill>
                <a:blip r:embed="rId14"/>
                <a:stretch>
                  <a:fillRect l="-20000" r="-500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B0045A9-94E7-AF40-B686-1E81E04A944B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1482134" y="1268922"/>
            <a:ext cx="0" cy="47329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3323FFC-1DFB-8448-9DC2-95B8BFB37A09}"/>
                  </a:ext>
                </a:extLst>
              </p:cNvPr>
              <p:cNvSpPr txBox="1"/>
              <p:nvPr/>
            </p:nvSpPr>
            <p:spPr>
              <a:xfrm>
                <a:off x="1201159" y="991923"/>
                <a:ext cx="5619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3323FFC-1DFB-8448-9DC2-95B8BFB37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159" y="991923"/>
                <a:ext cx="561949" cy="276999"/>
              </a:xfrm>
              <a:prstGeom prst="rect">
                <a:avLst/>
              </a:prstGeom>
              <a:blipFill>
                <a:blip r:embed="rId15"/>
                <a:stretch>
                  <a:fillRect l="-4444" r="-4444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601D7CC-B541-4143-85A9-C2176C65E30B}"/>
              </a:ext>
            </a:extLst>
          </p:cNvPr>
          <p:cNvCxnSpPr>
            <a:cxnSpLocks/>
          </p:cNvCxnSpPr>
          <p:nvPr/>
        </p:nvCxnSpPr>
        <p:spPr>
          <a:xfrm flipV="1">
            <a:off x="1828383" y="1818066"/>
            <a:ext cx="1251699" cy="113737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84EFFD5-DBE7-8241-BA89-6B755A4148F9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1551884" y="2056842"/>
            <a:ext cx="912746" cy="41049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953B3F0-0843-3D42-9A3C-CEE027EBCD31}"/>
                  </a:ext>
                </a:extLst>
              </p:cNvPr>
              <p:cNvSpPr txBox="1"/>
              <p:nvPr/>
            </p:nvSpPr>
            <p:spPr>
              <a:xfrm>
                <a:off x="2464630" y="2328835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953B3F0-0843-3D42-9A3C-CEE027EBC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630" y="2328835"/>
                <a:ext cx="281423" cy="276999"/>
              </a:xfrm>
              <a:prstGeom prst="rect">
                <a:avLst/>
              </a:prstGeom>
              <a:blipFill>
                <a:blip r:embed="rId2"/>
                <a:stretch>
                  <a:fillRect l="-8333" r="-4167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629112C-6171-944A-9A47-F7408D683E7B}"/>
                  </a:ext>
                </a:extLst>
              </p:cNvPr>
              <p:cNvSpPr txBox="1"/>
              <p:nvPr/>
            </p:nvSpPr>
            <p:spPr>
              <a:xfrm>
                <a:off x="2417625" y="157120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629112C-6171-944A-9A47-F7408D683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25" y="1571200"/>
                <a:ext cx="276101" cy="276999"/>
              </a:xfrm>
              <a:prstGeom prst="rect">
                <a:avLst/>
              </a:prstGeom>
              <a:blipFill>
                <a:blip r:embed="rId16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A9D13A8-E699-A744-A892-8B8DCE537848}"/>
                  </a:ext>
                </a:extLst>
              </p:cNvPr>
              <p:cNvSpPr txBox="1"/>
              <p:nvPr/>
            </p:nvSpPr>
            <p:spPr>
              <a:xfrm>
                <a:off x="2261937" y="2006686"/>
                <a:ext cx="27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A9D13A8-E699-A744-A892-8B8DCE537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937" y="2006686"/>
                <a:ext cx="276614" cy="276999"/>
              </a:xfrm>
              <a:prstGeom prst="rect">
                <a:avLst/>
              </a:prstGeom>
              <a:blipFill>
                <a:blip r:embed="rId17"/>
                <a:stretch>
                  <a:fillRect l="-18182" r="-909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CE2D0D3-6DBD-A047-BD3A-2A6293E9BFC8}"/>
              </a:ext>
            </a:extLst>
          </p:cNvPr>
          <p:cNvCxnSpPr>
            <a:cxnSpLocks/>
          </p:cNvCxnSpPr>
          <p:nvPr/>
        </p:nvCxnSpPr>
        <p:spPr>
          <a:xfrm>
            <a:off x="3269081" y="1821127"/>
            <a:ext cx="1721461" cy="50770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97F8C9D-19C7-284E-A490-9C8628E87FD0}"/>
                  </a:ext>
                </a:extLst>
              </p:cNvPr>
              <p:cNvSpPr txBox="1"/>
              <p:nvPr/>
            </p:nvSpPr>
            <p:spPr>
              <a:xfrm>
                <a:off x="4684351" y="2304319"/>
                <a:ext cx="41916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97F8C9D-19C7-284E-A490-9C8628E87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351" y="2304319"/>
                <a:ext cx="419165" cy="276999"/>
              </a:xfrm>
              <a:prstGeom prst="rect">
                <a:avLst/>
              </a:prstGeom>
              <a:blipFill>
                <a:blip r:embed="rId18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Arc 80">
            <a:extLst>
              <a:ext uri="{FF2B5EF4-FFF2-40B4-BE49-F238E27FC236}">
                <a16:creationId xmlns:a16="http://schemas.microsoft.com/office/drawing/2014/main" id="{0B0C9BDD-A0C1-5041-9D00-4F297B6DC6F0}"/>
              </a:ext>
            </a:extLst>
          </p:cNvPr>
          <p:cNvSpPr/>
          <p:nvPr/>
        </p:nvSpPr>
        <p:spPr>
          <a:xfrm>
            <a:off x="1194595" y="1432478"/>
            <a:ext cx="1078577" cy="1034856"/>
          </a:xfrm>
          <a:prstGeom prst="arc">
            <a:avLst>
              <a:gd name="adj1" fmla="val 21165224"/>
              <a:gd name="adj2" fmla="val 2639694"/>
            </a:avLst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45098AC4-528E-CF42-B08F-AADC47371409}"/>
              </a:ext>
            </a:extLst>
          </p:cNvPr>
          <p:cNvCxnSpPr/>
          <p:nvPr/>
        </p:nvCxnSpPr>
        <p:spPr>
          <a:xfrm flipV="1">
            <a:off x="4657911" y="1582494"/>
            <a:ext cx="915096" cy="38408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0485204-E972-0E4F-9676-13814AB4BC9D}"/>
                  </a:ext>
                </a:extLst>
              </p:cNvPr>
              <p:cNvSpPr txBox="1"/>
              <p:nvPr/>
            </p:nvSpPr>
            <p:spPr>
              <a:xfrm>
                <a:off x="5288486" y="1272287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D0485204-E972-0E4F-9676-13814AB4B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486" y="1272287"/>
                <a:ext cx="281423" cy="276999"/>
              </a:xfrm>
              <a:prstGeom prst="rect">
                <a:avLst/>
              </a:prstGeom>
              <a:blipFill>
                <a:blip r:embed="rId19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Rectangle 83">
            <a:extLst>
              <a:ext uri="{FF2B5EF4-FFF2-40B4-BE49-F238E27FC236}">
                <a16:creationId xmlns:a16="http://schemas.microsoft.com/office/drawing/2014/main" id="{DDA828A1-FED9-D84E-B916-21D8B16828C9}"/>
              </a:ext>
            </a:extLst>
          </p:cNvPr>
          <p:cNvSpPr/>
          <p:nvPr/>
        </p:nvSpPr>
        <p:spPr>
          <a:xfrm>
            <a:off x="4827436" y="1874934"/>
            <a:ext cx="34015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/>
              <a:t>𝜃</a:t>
            </a:r>
            <a:r>
              <a:rPr lang="en-US" sz="1350" baseline="-25000"/>
              <a:t>2</a:t>
            </a:r>
            <a:endParaRPr lang="en-US" sz="1350" dirty="0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846106E-7292-FC47-86D7-C5FDD67F049A}"/>
              </a:ext>
            </a:extLst>
          </p:cNvPr>
          <p:cNvCxnSpPr>
            <a:cxnSpLocks/>
          </p:cNvCxnSpPr>
          <p:nvPr/>
        </p:nvCxnSpPr>
        <p:spPr>
          <a:xfrm flipV="1">
            <a:off x="4545352" y="2065411"/>
            <a:ext cx="1251699" cy="113737"/>
          </a:xfrm>
          <a:prstGeom prst="straightConnector1">
            <a:avLst/>
          </a:prstGeom>
          <a:ln w="28575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7B51519-6975-6C4D-BBD3-EFBF1BD5E65C}"/>
              </a:ext>
            </a:extLst>
          </p:cNvPr>
          <p:cNvCxnSpPr>
            <a:cxnSpLocks/>
          </p:cNvCxnSpPr>
          <p:nvPr/>
        </p:nvCxnSpPr>
        <p:spPr>
          <a:xfrm>
            <a:off x="5566845" y="1574348"/>
            <a:ext cx="735521" cy="18779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D28464C-3272-0C42-82ED-68D32C74A8A9}"/>
                  </a:ext>
                </a:extLst>
              </p:cNvPr>
              <p:cNvSpPr txBox="1"/>
              <p:nvPr/>
            </p:nvSpPr>
            <p:spPr>
              <a:xfrm>
                <a:off x="6115463" y="1396387"/>
                <a:ext cx="2668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D28464C-3272-0C42-82ED-68D32C74A8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463" y="1396387"/>
                <a:ext cx="266803" cy="276999"/>
              </a:xfrm>
              <a:prstGeom prst="rect">
                <a:avLst/>
              </a:prstGeom>
              <a:blipFill>
                <a:blip r:embed="rId20"/>
                <a:stretch>
                  <a:fillRect l="-9091" r="-909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9303AD6-DC73-E64B-A4E0-5C96052D0D9B}"/>
              </a:ext>
            </a:extLst>
          </p:cNvPr>
          <p:cNvCxnSpPr/>
          <p:nvPr/>
        </p:nvCxnSpPr>
        <p:spPr>
          <a:xfrm flipV="1">
            <a:off x="5601464" y="1266822"/>
            <a:ext cx="721769" cy="28397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A915775-8936-564B-A57D-E88D59689399}"/>
                  </a:ext>
                </a:extLst>
              </p:cNvPr>
              <p:cNvSpPr txBox="1"/>
              <p:nvPr/>
            </p:nvSpPr>
            <p:spPr>
              <a:xfrm>
                <a:off x="6061889" y="966270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A915775-8936-564B-A57D-E88D59689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889" y="966270"/>
                <a:ext cx="281423" cy="276999"/>
              </a:xfrm>
              <a:prstGeom prst="rect">
                <a:avLst/>
              </a:prstGeom>
              <a:blipFill>
                <a:blip r:embed="rId21"/>
                <a:stretch>
                  <a:fillRect l="-13043" r="-4348" b="-1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76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29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12</cp:revision>
  <cp:lastPrinted>2017-08-02T13:25:25Z</cp:lastPrinted>
  <dcterms:created xsi:type="dcterms:W3CDTF">2017-08-02T13:05:09Z</dcterms:created>
  <dcterms:modified xsi:type="dcterms:W3CDTF">2021-12-05T17:06:20Z</dcterms:modified>
</cp:coreProperties>
</file>