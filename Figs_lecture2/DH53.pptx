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4"/>
    <p:restoredTop sz="94617"/>
  </p:normalViewPr>
  <p:slideViewPr>
    <p:cSldViewPr snapToGrid="0" snapToObjects="1">
      <p:cViewPr varScale="1">
        <p:scale>
          <a:sx n="73" d="100"/>
          <a:sy n="73" d="100"/>
        </p:scale>
        <p:origin x="22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Magnetic Disk 61"/>
          <p:cNvSpPr/>
          <p:nvPr/>
        </p:nvSpPr>
        <p:spPr>
          <a:xfrm>
            <a:off x="3773057" y="4361118"/>
            <a:ext cx="897676" cy="801003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3" name="Direct Access Storage 62"/>
          <p:cNvSpPr/>
          <p:nvPr/>
        </p:nvSpPr>
        <p:spPr>
          <a:xfrm>
            <a:off x="3522153" y="2751261"/>
            <a:ext cx="1329436" cy="467724"/>
          </a:xfrm>
          <a:prstGeom prst="flowChartMagneticDrum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64" name="Straight Connector 63"/>
          <p:cNvCxnSpPr/>
          <p:nvPr/>
        </p:nvCxnSpPr>
        <p:spPr>
          <a:xfrm flipV="1">
            <a:off x="4207955" y="3021206"/>
            <a:ext cx="2502532" cy="1667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199771" y="3037882"/>
            <a:ext cx="8184" cy="139578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890901" y="4801280"/>
            <a:ext cx="14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</a:t>
            </a:r>
          </a:p>
        </p:txBody>
      </p:sp>
      <p:sp>
        <p:nvSpPr>
          <p:cNvPr id="67" name="Arc 66"/>
          <p:cNvSpPr/>
          <p:nvPr/>
        </p:nvSpPr>
        <p:spPr>
          <a:xfrm>
            <a:off x="3184295" y="4326047"/>
            <a:ext cx="1733242" cy="464168"/>
          </a:xfrm>
          <a:prstGeom prst="arc">
            <a:avLst>
              <a:gd name="adj1" fmla="val 21103732"/>
              <a:gd name="adj2" fmla="val 1262521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8" name="Arc 67"/>
          <p:cNvSpPr/>
          <p:nvPr/>
        </p:nvSpPr>
        <p:spPr>
          <a:xfrm rot="16200000" flipV="1">
            <a:off x="4875590" y="2870765"/>
            <a:ext cx="1154153" cy="621332"/>
          </a:xfrm>
          <a:prstGeom prst="arc">
            <a:avLst>
              <a:gd name="adj1" fmla="val 18495849"/>
              <a:gd name="adj2" fmla="val 873166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69" name="Straight Connector 68"/>
          <p:cNvCxnSpPr/>
          <p:nvPr/>
        </p:nvCxnSpPr>
        <p:spPr>
          <a:xfrm>
            <a:off x="4637279" y="3009863"/>
            <a:ext cx="1466387" cy="21606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864196" y="3460580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</a:t>
            </a:r>
            <a:r>
              <a:rPr lang="en-US" dirty="0"/>
              <a:t>0</a:t>
            </a:r>
            <a:endParaRPr lang="en-US" dirty="0"/>
          </a:p>
        </p:txBody>
      </p:sp>
      <p:cxnSp>
        <p:nvCxnSpPr>
          <p:cNvPr id="71" name="Straight Arrow Connector 70"/>
          <p:cNvCxnSpPr/>
          <p:nvPr/>
        </p:nvCxnSpPr>
        <p:spPr>
          <a:xfrm flipV="1">
            <a:off x="4203360" y="3791367"/>
            <a:ext cx="1260" cy="5697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>
            <a:off x="3740413" y="3036434"/>
            <a:ext cx="446054" cy="3531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6894120" y="1261488"/>
            <a:ext cx="597435" cy="615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91555" y="2910345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Z2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3381781" y="3192861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X1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6488892" y="1662605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L2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6489246" y="3687836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7567769" y="1590295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X3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819631" y="4426318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11437" y="3728757"/>
            <a:ext cx="55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Z0</a:t>
            </a:r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3171770" y="4398182"/>
            <a:ext cx="1033568" cy="2128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6856931" y="3054659"/>
            <a:ext cx="713123" cy="173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Magnetic Disk 82"/>
          <p:cNvSpPr/>
          <p:nvPr/>
        </p:nvSpPr>
        <p:spPr>
          <a:xfrm>
            <a:off x="6697377" y="2478859"/>
            <a:ext cx="430067" cy="104126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6912411" y="1236855"/>
            <a:ext cx="0" cy="14455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860208" y="3019183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88" name="Straight Arrow Connector 87"/>
          <p:cNvCxnSpPr/>
          <p:nvPr/>
        </p:nvCxnSpPr>
        <p:spPr>
          <a:xfrm flipH="1">
            <a:off x="6446407" y="3041744"/>
            <a:ext cx="440573" cy="885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6899695" y="688580"/>
            <a:ext cx="6359" cy="5987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906054" y="597877"/>
            <a:ext cx="42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Z3</a:t>
            </a:r>
            <a:endParaRPr lang="en-US" dirty="0"/>
          </a:p>
        </p:txBody>
      </p:sp>
      <p:sp>
        <p:nvSpPr>
          <p:cNvPr id="91" name="Arc 90"/>
          <p:cNvSpPr/>
          <p:nvPr/>
        </p:nvSpPr>
        <p:spPr>
          <a:xfrm>
            <a:off x="6471645" y="2458372"/>
            <a:ext cx="1154153" cy="464168"/>
          </a:xfrm>
          <a:prstGeom prst="arc">
            <a:avLst>
              <a:gd name="adj1" fmla="val 16200000"/>
              <a:gd name="adj2" fmla="val 873166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4" name="TextBox 33"/>
          <p:cNvSpPr txBox="1"/>
          <p:nvPr/>
        </p:nvSpPr>
        <p:spPr>
          <a:xfrm>
            <a:off x="3909624" y="2164365"/>
            <a:ext cx="59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,Z1</a:t>
            </a:r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4180603" y="2500900"/>
            <a:ext cx="1260" cy="5697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14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16</cp:revision>
  <cp:lastPrinted>2017-08-04T19:59:27Z</cp:lastPrinted>
  <dcterms:created xsi:type="dcterms:W3CDTF">2017-08-02T13:05:09Z</dcterms:created>
  <dcterms:modified xsi:type="dcterms:W3CDTF">2017-08-04T21:17:17Z</dcterms:modified>
</cp:coreProperties>
</file>