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624"/>
    <p:restoredTop sz="94617"/>
  </p:normalViewPr>
  <p:slideViewPr>
    <p:cSldViewPr snapToGrid="0" snapToObjects="1">
      <p:cViewPr varScale="1">
        <p:scale>
          <a:sx n="73" d="100"/>
          <a:sy n="73" d="100"/>
        </p:scale>
        <p:origin x="224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937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8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9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8/4/17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30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8/4/17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0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8/4/17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5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9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64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470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E6520-D9D5-5647-B367-F871FA2E3EAB}" type="datetimeFigureOut">
              <a:rPr lang="en-US" smtClean="0"/>
              <a:t>8/4/17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743200" y="2971800"/>
            <a:ext cx="1143000" cy="11254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 rot="20195684" flipV="1">
            <a:off x="2567354" y="3310447"/>
            <a:ext cx="1494692" cy="448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314700" y="3534507"/>
            <a:ext cx="0" cy="16529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287093" y="3534507"/>
            <a:ext cx="1808285" cy="5862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3314700" y="1951892"/>
            <a:ext cx="3578469" cy="158261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6893169" y="1946030"/>
            <a:ext cx="0" cy="2414954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H="1" flipV="1">
            <a:off x="6893169" y="1997986"/>
            <a:ext cx="967154" cy="115552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6893168" y="1992124"/>
            <a:ext cx="550985" cy="46893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rc 13"/>
          <p:cNvSpPr/>
          <p:nvPr/>
        </p:nvSpPr>
        <p:spPr>
          <a:xfrm>
            <a:off x="3682746" y="2743199"/>
            <a:ext cx="1125416" cy="1916723"/>
          </a:xfrm>
          <a:prstGeom prst="arc">
            <a:avLst>
              <a:gd name="adj1" fmla="val 17884349"/>
              <a:gd name="adj2" fmla="val 2036664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4826977" y="2936630"/>
                <a:ext cx="759071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32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977" y="2936630"/>
                <a:ext cx="759071" cy="49244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/>
              <p:cNvSpPr txBox="1"/>
              <p:nvPr/>
            </p:nvSpPr>
            <p:spPr>
              <a:xfrm>
                <a:off x="3280599" y="4958824"/>
                <a:ext cx="686301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599" y="4958824"/>
                <a:ext cx="686301" cy="4924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/>
              <p:cNvSpPr txBox="1"/>
              <p:nvPr/>
            </p:nvSpPr>
            <p:spPr>
              <a:xfrm>
                <a:off x="4489906" y="3455321"/>
                <a:ext cx="686301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9906" y="3455321"/>
                <a:ext cx="686301" cy="49244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/>
              <p:cNvSpPr txBox="1"/>
              <p:nvPr/>
            </p:nvSpPr>
            <p:spPr>
              <a:xfrm>
                <a:off x="4752227" y="2118472"/>
                <a:ext cx="686301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𝐿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227" y="2118472"/>
                <a:ext cx="686301" cy="49244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/>
              <p:cNvSpPr txBox="1"/>
              <p:nvPr/>
            </p:nvSpPr>
            <p:spPr>
              <a:xfrm>
                <a:off x="7520573" y="2496977"/>
                <a:ext cx="686301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𝐿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0573" y="2496977"/>
                <a:ext cx="686301" cy="49244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Arc 53"/>
          <p:cNvSpPr/>
          <p:nvPr/>
        </p:nvSpPr>
        <p:spPr>
          <a:xfrm>
            <a:off x="6358068" y="580254"/>
            <a:ext cx="1125416" cy="1916723"/>
          </a:xfrm>
          <a:prstGeom prst="arc">
            <a:avLst>
              <a:gd name="adj1" fmla="val 2643494"/>
              <a:gd name="adj2" fmla="val 397778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6876055" y="2039017"/>
            <a:ext cx="1209458" cy="2362199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Arc 58"/>
          <p:cNvSpPr/>
          <p:nvPr/>
        </p:nvSpPr>
        <p:spPr>
          <a:xfrm>
            <a:off x="6881445" y="1260267"/>
            <a:ext cx="1125416" cy="1916723"/>
          </a:xfrm>
          <a:prstGeom prst="arc">
            <a:avLst>
              <a:gd name="adj1" fmla="val 4235794"/>
              <a:gd name="adj2" fmla="val 545264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Arc 59"/>
          <p:cNvSpPr/>
          <p:nvPr/>
        </p:nvSpPr>
        <p:spPr>
          <a:xfrm>
            <a:off x="5944570" y="1852264"/>
            <a:ext cx="2020677" cy="1916723"/>
          </a:xfrm>
          <a:prstGeom prst="arc">
            <a:avLst>
              <a:gd name="adj1" fmla="val 2862148"/>
              <a:gd name="adj2" fmla="val 566759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/>
              <p:cNvSpPr txBox="1"/>
              <p:nvPr/>
            </p:nvSpPr>
            <p:spPr>
              <a:xfrm>
                <a:off x="6950483" y="3701542"/>
                <a:ext cx="759071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32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0483" y="3701542"/>
                <a:ext cx="759071" cy="49244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6" name="TextBox 85"/>
              <p:cNvSpPr txBox="1"/>
              <p:nvPr/>
            </p:nvSpPr>
            <p:spPr>
              <a:xfrm>
                <a:off x="7156411" y="1992124"/>
                <a:ext cx="759071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32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411" y="1992124"/>
                <a:ext cx="759071" cy="49244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/>
              <p:cNvSpPr txBox="1"/>
              <p:nvPr/>
            </p:nvSpPr>
            <p:spPr>
              <a:xfrm>
                <a:off x="7773691" y="3317575"/>
                <a:ext cx="759071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90−</m:t>
                          </m:r>
                          <m:r>
                            <a:rPr lang="en-US" sz="32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3691" y="3317575"/>
                <a:ext cx="759071" cy="492443"/>
              </a:xfrm>
              <a:prstGeom prst="rect">
                <a:avLst/>
              </a:prstGeom>
              <a:blipFill rotWithShape="0">
                <a:blip r:embed="rId9"/>
                <a:stretch>
                  <a:fillRect r="-71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7761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42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Cambria Math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18</cp:revision>
  <cp:lastPrinted>2017-08-04T19:59:27Z</cp:lastPrinted>
  <dcterms:created xsi:type="dcterms:W3CDTF">2017-08-02T13:05:09Z</dcterms:created>
  <dcterms:modified xsi:type="dcterms:W3CDTF">2017-08-04T21:56:54Z</dcterms:modified>
</cp:coreProperties>
</file>