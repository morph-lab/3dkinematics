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Microsoft_Equation1.bin" ContentType="application/vnd.openxmlformats-officedocument.oleObject"/>
  <Override PartName="/ppt/embeddings/Microsoft_Equation2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-11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6" Type="http://schemas.openxmlformats.org/officeDocument/2006/relationships/image" Target="../media/image6.emf"/><Relationship Id="rId7" Type="http://schemas.openxmlformats.org/officeDocument/2006/relationships/image" Target="../media/image7.emf"/><Relationship Id="rId8" Type="http://schemas.openxmlformats.org/officeDocument/2006/relationships/image" Target="../media/image8.emf"/><Relationship Id="rId1" Type="http://schemas.openxmlformats.org/officeDocument/2006/relationships/image" Target="../media/image1.emf"/><Relationship Id="rId2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0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3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0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1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4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2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6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4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7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AA580-59D5-4548-A18D-A09893A8A573}" type="datetimeFigureOut">
              <a:rPr lang="en-US" smtClean="0"/>
              <a:t>10/12/15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C145B-56E2-9F4D-B308-7F4FEBAC6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1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emf"/><Relationship Id="rId20" Type="http://schemas.openxmlformats.org/officeDocument/2006/relationships/oleObject" Target="../embeddings/Microsoft_Equation2.bin"/><Relationship Id="rId21" Type="http://schemas.openxmlformats.org/officeDocument/2006/relationships/image" Target="../media/image8.emf"/><Relationship Id="rId10" Type="http://schemas.openxmlformats.org/officeDocument/2006/relationships/oleObject" Target="../embeddings/oleObject4.bin"/><Relationship Id="rId11" Type="http://schemas.openxmlformats.org/officeDocument/2006/relationships/image" Target="../media/image4.emf"/><Relationship Id="rId12" Type="http://schemas.openxmlformats.org/officeDocument/2006/relationships/oleObject" Target="../embeddings/oleObject5.bin"/><Relationship Id="rId13" Type="http://schemas.openxmlformats.org/officeDocument/2006/relationships/oleObject" Target="../embeddings/oleObject6.bin"/><Relationship Id="rId14" Type="http://schemas.openxmlformats.org/officeDocument/2006/relationships/oleObject" Target="../embeddings/oleObject7.bin"/><Relationship Id="rId15" Type="http://schemas.openxmlformats.org/officeDocument/2006/relationships/image" Target="../media/image5.emf"/><Relationship Id="rId16" Type="http://schemas.openxmlformats.org/officeDocument/2006/relationships/oleObject" Target="../embeddings/oleObject8.bin"/><Relationship Id="rId17" Type="http://schemas.openxmlformats.org/officeDocument/2006/relationships/image" Target="../media/image6.emf"/><Relationship Id="rId18" Type="http://schemas.openxmlformats.org/officeDocument/2006/relationships/oleObject" Target="../embeddings/Microsoft_Equation1.bin"/><Relationship Id="rId19" Type="http://schemas.openxmlformats.org/officeDocument/2006/relationships/image" Target="../media/image7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emf"/><Relationship Id="rId8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149" y="2007220"/>
            <a:ext cx="3363392" cy="23961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Oval 4"/>
          <p:cNvSpPr/>
          <p:nvPr/>
        </p:nvSpPr>
        <p:spPr>
          <a:xfrm>
            <a:off x="4371756" y="3771335"/>
            <a:ext cx="571500" cy="5715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621414" y="1476233"/>
            <a:ext cx="268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 view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8149" y="1476233"/>
            <a:ext cx="268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Industrial </a:t>
            </a:r>
            <a:r>
              <a:rPr lang="en-US" dirty="0" err="1" smtClean="0"/>
              <a:t>Scara</a:t>
            </a:r>
            <a:r>
              <a:rPr lang="en-US" dirty="0" smtClean="0"/>
              <a:t> robot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670148" y="4082688"/>
            <a:ext cx="1268415" cy="136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670148" y="2813317"/>
            <a:ext cx="0" cy="12693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670148" y="2635279"/>
            <a:ext cx="1488439" cy="1447409"/>
          </a:xfrm>
          <a:prstGeom prst="line">
            <a:avLst/>
          </a:prstGeom>
          <a:ln w="7620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128202" y="2676295"/>
            <a:ext cx="1996763" cy="614427"/>
          </a:xfrm>
          <a:prstGeom prst="line">
            <a:avLst/>
          </a:prstGeom>
          <a:ln w="7620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c 24"/>
          <p:cNvSpPr/>
          <p:nvPr/>
        </p:nvSpPr>
        <p:spPr>
          <a:xfrm>
            <a:off x="4096621" y="3495542"/>
            <a:ext cx="1147053" cy="1242564"/>
          </a:xfrm>
          <a:prstGeom prst="arc">
            <a:avLst>
              <a:gd name="adj1" fmla="val 18813458"/>
              <a:gd name="adj2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5748925" y="1734104"/>
            <a:ext cx="1283608" cy="132449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c 31"/>
          <p:cNvSpPr/>
          <p:nvPr/>
        </p:nvSpPr>
        <p:spPr>
          <a:xfrm>
            <a:off x="5554675" y="2075467"/>
            <a:ext cx="1147053" cy="1242564"/>
          </a:xfrm>
          <a:prstGeom prst="arc">
            <a:avLst>
              <a:gd name="adj1" fmla="val 18813458"/>
              <a:gd name="adj2" fmla="val 80350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418164"/>
              </p:ext>
            </p:extLst>
          </p:nvPr>
        </p:nvGraphicFramePr>
        <p:xfrm>
          <a:off x="5243674" y="3473031"/>
          <a:ext cx="447456" cy="596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4" imgW="152400" imgH="203200" progId="Equation.3">
                  <p:embed/>
                </p:oleObj>
              </mc:Choice>
              <mc:Fallback>
                <p:oleObj name="Equation" r:id="rId4" imgW="1524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43674" y="3473031"/>
                        <a:ext cx="447456" cy="596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663803"/>
              </p:ext>
            </p:extLst>
          </p:nvPr>
        </p:nvGraphicFramePr>
        <p:xfrm>
          <a:off x="6684963" y="2080443"/>
          <a:ext cx="4826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6" imgW="165100" imgH="203200" progId="Equation.3">
                  <p:embed/>
                </p:oleObj>
              </mc:Choice>
              <mc:Fallback>
                <p:oleObj name="Equation" r:id="rId6" imgW="1651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84963" y="2080443"/>
                        <a:ext cx="482600" cy="595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628062"/>
              </p:ext>
            </p:extLst>
          </p:nvPr>
        </p:nvGraphicFramePr>
        <p:xfrm>
          <a:off x="4313252" y="4012431"/>
          <a:ext cx="4445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8" imgW="152400" imgH="165100" progId="Equation.3">
                  <p:embed/>
                </p:oleObj>
              </mc:Choice>
              <mc:Fallback>
                <p:oleObj name="Equation" r:id="rId8" imgW="152400" imgH="1651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13252" y="4012431"/>
                        <a:ext cx="444500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164751"/>
              </p:ext>
            </p:extLst>
          </p:nvPr>
        </p:nvGraphicFramePr>
        <p:xfrm>
          <a:off x="8083550" y="3005955"/>
          <a:ext cx="4445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10" imgW="152400" imgH="152400" progId="Equation.3">
                  <p:embed/>
                </p:oleObj>
              </mc:Choice>
              <mc:Fallback>
                <p:oleObj name="Equation" r:id="rId10" imgW="152400" imgH="15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083550" y="3005955"/>
                        <a:ext cx="444500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041833"/>
              </p:ext>
            </p:extLst>
          </p:nvPr>
        </p:nvGraphicFramePr>
        <p:xfrm>
          <a:off x="1065456" y="2929478"/>
          <a:ext cx="4445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12" imgW="152400" imgH="165100" progId="Equation.3">
                  <p:embed/>
                </p:oleObj>
              </mc:Choice>
              <mc:Fallback>
                <p:oleObj name="Equation" r:id="rId12" imgW="152400" imgH="1651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65456" y="2929478"/>
                        <a:ext cx="444500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42046"/>
              </p:ext>
            </p:extLst>
          </p:nvPr>
        </p:nvGraphicFramePr>
        <p:xfrm>
          <a:off x="3314690" y="2593975"/>
          <a:ext cx="4445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Equation" r:id="rId13" imgW="152400" imgH="152400" progId="Equation.3">
                  <p:embed/>
                </p:oleObj>
              </mc:Choice>
              <mc:Fallback>
                <p:oleObj name="Equation" r:id="rId13" imgW="152400" imgH="15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14690" y="2593975"/>
                        <a:ext cx="444500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342392"/>
              </p:ext>
            </p:extLst>
          </p:nvPr>
        </p:nvGraphicFramePr>
        <p:xfrm>
          <a:off x="5162550" y="2709863"/>
          <a:ext cx="3349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14" imgW="114300" imgH="203200" progId="Equation.3">
                  <p:embed/>
                </p:oleObj>
              </mc:Choice>
              <mc:Fallback>
                <p:oleObj name="Equation" r:id="rId14" imgW="1143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62550" y="2709863"/>
                        <a:ext cx="334963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878645"/>
              </p:ext>
            </p:extLst>
          </p:nvPr>
        </p:nvGraphicFramePr>
        <p:xfrm>
          <a:off x="7272338" y="2462213"/>
          <a:ext cx="4095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16" imgW="139700" imgH="203200" progId="Equation.3">
                  <p:embed/>
                </p:oleObj>
              </mc:Choice>
              <mc:Fallback>
                <p:oleObj name="Equation" r:id="rId16" imgW="139700" imgH="203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272338" y="2462213"/>
                        <a:ext cx="409575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986260"/>
              </p:ext>
            </p:extLst>
          </p:nvPr>
        </p:nvGraphicFramePr>
        <p:xfrm>
          <a:off x="5810250" y="4144963"/>
          <a:ext cx="48577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Equation" r:id="rId18" imgW="165100" imgH="152400" progId="Equation.3">
                  <p:embed/>
                </p:oleObj>
              </mc:Choice>
              <mc:Fallback>
                <p:oleObj name="Equation" r:id="rId18" imgW="165100" imgH="15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810250" y="4144963"/>
                        <a:ext cx="485775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066585"/>
              </p:ext>
            </p:extLst>
          </p:nvPr>
        </p:nvGraphicFramePr>
        <p:xfrm>
          <a:off x="4464050" y="2370138"/>
          <a:ext cx="4111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Equation" r:id="rId20" imgW="139700" imgH="152400" progId="Equation.3">
                  <p:embed/>
                </p:oleObj>
              </mc:Choice>
              <mc:Fallback>
                <p:oleObj name="Equation" r:id="rId20" imgW="139700" imgH="15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64050" y="2370138"/>
                        <a:ext cx="411163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415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Office Theme</vt:lpstr>
      <vt:lpstr>Equation</vt:lpstr>
      <vt:lpstr>Microsoft Equation</vt:lpstr>
      <vt:lpstr>PowerPoint Presentation</vt:lpstr>
    </vt:vector>
  </TitlesOfParts>
  <Manager/>
  <Company>King's College London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Thrishantha Nanayakkara</dc:creator>
  <cp:keywords/>
  <dc:description/>
  <cp:lastModifiedBy>Thrishantha Nanayakkara</cp:lastModifiedBy>
  <cp:revision>4</cp:revision>
  <dcterms:created xsi:type="dcterms:W3CDTF">2015-10-12T14:39:31Z</dcterms:created>
  <dcterms:modified xsi:type="dcterms:W3CDTF">2015-10-12T15:40:40Z</dcterms:modified>
  <cp:category/>
</cp:coreProperties>
</file>