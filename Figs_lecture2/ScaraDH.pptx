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0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3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0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1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4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2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6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4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7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AA580-59D5-4548-A18D-A09893A8A573}" type="datetimeFigureOut">
              <a:rPr lang="en-US" smtClean="0"/>
              <a:t>6/15/20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1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2.emf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png"/><Relationship Id="rId5" Type="http://schemas.openxmlformats.org/officeDocument/2006/relationships/image" Target="../media/image1.emf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149" y="2007220"/>
            <a:ext cx="3363392" cy="239619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628149" y="1476233"/>
            <a:ext cx="268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Industrial </a:t>
            </a:r>
            <a:r>
              <a:rPr lang="en-US" dirty="0" err="1"/>
              <a:t>Scara</a:t>
            </a:r>
            <a:r>
              <a:rPr lang="en-US" dirty="0"/>
              <a:t> robot</a:t>
            </a:r>
          </a:p>
        </p:txBody>
      </p:sp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041833"/>
              </p:ext>
            </p:extLst>
          </p:nvPr>
        </p:nvGraphicFramePr>
        <p:xfrm>
          <a:off x="1065456" y="2929478"/>
          <a:ext cx="4445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Equation" r:id="rId4" imgW="152400" imgH="165100" progId="Equation.3">
                  <p:embed/>
                </p:oleObj>
              </mc:Choice>
              <mc:Fallback>
                <p:oleObj name="Equation" r:id="rId4" imgW="152400" imgH="165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5456" y="2929478"/>
                        <a:ext cx="444500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42046"/>
              </p:ext>
            </p:extLst>
          </p:nvPr>
        </p:nvGraphicFramePr>
        <p:xfrm>
          <a:off x="3314690" y="2593975"/>
          <a:ext cx="4445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Equation" r:id="rId6" imgW="152400" imgH="152400" progId="Equation.3">
                  <p:embed/>
                </p:oleObj>
              </mc:Choice>
              <mc:Fallback>
                <p:oleObj name="Equation" r:id="rId6" imgW="152400" imgH="15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14690" y="2593975"/>
                        <a:ext cx="44450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9C831C-9296-1245-999A-636B4FC4B0F2}"/>
                  </a:ext>
                </a:extLst>
              </p:cNvPr>
              <p:cNvSpPr txBox="1"/>
              <p:nvPr/>
            </p:nvSpPr>
            <p:spPr>
              <a:xfrm>
                <a:off x="4300640" y="2476518"/>
                <a:ext cx="99475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9C831C-9296-1245-999A-636B4FC4B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640" y="2476518"/>
                <a:ext cx="994759" cy="492443"/>
              </a:xfrm>
              <a:prstGeom prst="rect">
                <a:avLst/>
              </a:prstGeom>
              <a:blipFill>
                <a:blip r:embed="rId8"/>
                <a:stretch>
                  <a:fillRect l="-3797" r="-2532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agnetic Disk 6">
            <a:extLst>
              <a:ext uri="{FF2B5EF4-FFF2-40B4-BE49-F238E27FC236}">
                <a16:creationId xmlns:a16="http://schemas.microsoft.com/office/drawing/2014/main" id="{0E0BA48F-45BA-D442-B29D-62EB4C396A37}"/>
              </a:ext>
            </a:extLst>
          </p:cNvPr>
          <p:cNvSpPr/>
          <p:nvPr/>
        </p:nvSpPr>
        <p:spPr>
          <a:xfrm>
            <a:off x="4669147" y="3583720"/>
            <a:ext cx="450277" cy="819690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agnetic Disk 28">
            <a:extLst>
              <a:ext uri="{FF2B5EF4-FFF2-40B4-BE49-F238E27FC236}">
                <a16:creationId xmlns:a16="http://schemas.microsoft.com/office/drawing/2014/main" id="{4509D2A1-9C82-7848-A467-33850769FC15}"/>
              </a:ext>
            </a:extLst>
          </p:cNvPr>
          <p:cNvSpPr/>
          <p:nvPr/>
        </p:nvSpPr>
        <p:spPr>
          <a:xfrm>
            <a:off x="5924859" y="2465978"/>
            <a:ext cx="450277" cy="819690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9CABEA-6EE5-BD40-B694-4D20F76C2F4C}"/>
              </a:ext>
            </a:extLst>
          </p:cNvPr>
          <p:cNvCxnSpPr>
            <a:cxnSpLocks/>
          </p:cNvCxnSpPr>
          <p:nvPr/>
        </p:nvCxnSpPr>
        <p:spPr>
          <a:xfrm flipV="1">
            <a:off x="5119422" y="3175897"/>
            <a:ext cx="852629" cy="490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932280-BE69-6644-BA7E-CA0927414921}"/>
              </a:ext>
            </a:extLst>
          </p:cNvPr>
          <p:cNvCxnSpPr/>
          <p:nvPr/>
        </p:nvCxnSpPr>
        <p:spPr>
          <a:xfrm>
            <a:off x="6369359" y="2650644"/>
            <a:ext cx="1767584" cy="500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DD49F4-2752-794F-A71F-3535FE1F8AE8}"/>
              </a:ext>
            </a:extLst>
          </p:cNvPr>
          <p:cNvCxnSpPr>
            <a:cxnSpLocks/>
          </p:cNvCxnSpPr>
          <p:nvPr/>
        </p:nvCxnSpPr>
        <p:spPr>
          <a:xfrm flipH="1" flipV="1">
            <a:off x="4886951" y="2995094"/>
            <a:ext cx="14667" cy="7484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00514D-08D3-A04B-BF2C-28080D6121BE}"/>
              </a:ext>
            </a:extLst>
          </p:cNvPr>
          <p:cNvCxnSpPr>
            <a:cxnSpLocks/>
          </p:cNvCxnSpPr>
          <p:nvPr/>
        </p:nvCxnSpPr>
        <p:spPr>
          <a:xfrm flipH="1" flipV="1">
            <a:off x="6135330" y="1902234"/>
            <a:ext cx="14667" cy="7484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552227-7C48-FB44-8A1F-3BBD28D2811B}"/>
              </a:ext>
            </a:extLst>
          </p:cNvPr>
          <p:cNvCxnSpPr>
            <a:cxnSpLocks/>
          </p:cNvCxnSpPr>
          <p:nvPr/>
        </p:nvCxnSpPr>
        <p:spPr>
          <a:xfrm flipV="1">
            <a:off x="4908953" y="3037940"/>
            <a:ext cx="1241044" cy="705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2DE770-32C7-0E46-9C86-80448797C65F}"/>
              </a:ext>
            </a:extLst>
          </p:cNvPr>
          <p:cNvCxnSpPr/>
          <p:nvPr/>
        </p:nvCxnSpPr>
        <p:spPr>
          <a:xfrm>
            <a:off x="6139487" y="2676375"/>
            <a:ext cx="0" cy="49952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AC6D774-58F0-4E44-9E98-9CC94EA8FEBD}"/>
              </a:ext>
            </a:extLst>
          </p:cNvPr>
          <p:cNvCxnSpPr>
            <a:cxnSpLocks/>
          </p:cNvCxnSpPr>
          <p:nvPr/>
        </p:nvCxnSpPr>
        <p:spPr>
          <a:xfrm>
            <a:off x="6168498" y="2606235"/>
            <a:ext cx="1936915" cy="5429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D9F244-6CD8-DC4E-BF93-842BE57A5AEF}"/>
              </a:ext>
            </a:extLst>
          </p:cNvPr>
          <p:cNvCxnSpPr>
            <a:cxnSpLocks/>
          </p:cNvCxnSpPr>
          <p:nvPr/>
        </p:nvCxnSpPr>
        <p:spPr>
          <a:xfrm flipH="1" flipV="1">
            <a:off x="8108501" y="2402976"/>
            <a:ext cx="14667" cy="7484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844018-728B-4D41-8018-6F03E968F11B}"/>
              </a:ext>
            </a:extLst>
          </p:cNvPr>
          <p:cNvCxnSpPr>
            <a:cxnSpLocks/>
          </p:cNvCxnSpPr>
          <p:nvPr/>
        </p:nvCxnSpPr>
        <p:spPr>
          <a:xfrm>
            <a:off x="4939750" y="3743504"/>
            <a:ext cx="7452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65A2D26-DEDC-E946-8DEF-305DE97DC578}"/>
                  </a:ext>
                </a:extLst>
              </p:cNvPr>
              <p:cNvSpPr txBox="1"/>
              <p:nvPr/>
            </p:nvSpPr>
            <p:spPr>
              <a:xfrm>
                <a:off x="5493190" y="3623955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65A2D26-DEDC-E946-8DEF-305DE97DC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190" y="3623955"/>
                <a:ext cx="497187" cy="492443"/>
              </a:xfrm>
              <a:prstGeom prst="rect">
                <a:avLst/>
              </a:prstGeom>
              <a:blipFill>
                <a:blip r:embed="rId9"/>
                <a:stretch>
                  <a:fillRect l="-10000" r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1FC23D0-38E3-4F43-8473-7233895CF2FD}"/>
                  </a:ext>
                </a:extLst>
              </p:cNvPr>
              <p:cNvSpPr txBox="1"/>
              <p:nvPr/>
            </p:nvSpPr>
            <p:spPr>
              <a:xfrm>
                <a:off x="5173000" y="2925320"/>
                <a:ext cx="48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1FC23D0-38E3-4F43-8473-7233895CF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000" y="2925320"/>
                <a:ext cx="487698" cy="492443"/>
              </a:xfrm>
              <a:prstGeom prst="rect">
                <a:avLst/>
              </a:prstGeom>
              <a:blipFill>
                <a:blip r:embed="rId10"/>
                <a:stretch>
                  <a:fillRect l="-7500" r="-25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3D8418-4E88-EF42-A5EB-04B221F2D059}"/>
                  </a:ext>
                </a:extLst>
              </p:cNvPr>
              <p:cNvSpPr txBox="1"/>
              <p:nvPr/>
            </p:nvSpPr>
            <p:spPr>
              <a:xfrm>
                <a:off x="5984650" y="1440010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3D8418-4E88-EF42-A5EB-04B221F2D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650" y="1440010"/>
                <a:ext cx="471924" cy="492443"/>
              </a:xfrm>
              <a:prstGeom prst="rect">
                <a:avLst/>
              </a:prstGeom>
              <a:blipFill>
                <a:blip r:embed="rId11"/>
                <a:stretch>
                  <a:fillRect l="-7895" r="-526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6A0084E-44EF-AA47-AA46-73E3221BAFFE}"/>
                  </a:ext>
                </a:extLst>
              </p:cNvPr>
              <p:cNvSpPr txBox="1"/>
              <p:nvPr/>
            </p:nvSpPr>
            <p:spPr>
              <a:xfrm>
                <a:off x="7028764" y="2802347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6A0084E-44EF-AA47-AA46-73E3221B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764" y="2802347"/>
                <a:ext cx="497187" cy="492443"/>
              </a:xfrm>
              <a:prstGeom prst="rect">
                <a:avLst/>
              </a:prstGeom>
              <a:blipFill>
                <a:blip r:embed="rId12"/>
                <a:stretch>
                  <a:fillRect l="-7317" r="-2439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448EDE2-9FD8-484A-8459-7791A3536DCC}"/>
                  </a:ext>
                </a:extLst>
              </p:cNvPr>
              <p:cNvSpPr txBox="1"/>
              <p:nvPr/>
            </p:nvSpPr>
            <p:spPr>
              <a:xfrm>
                <a:off x="7869451" y="1850525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448EDE2-9FD8-484A-8459-7791A3536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451" y="1850525"/>
                <a:ext cx="471924" cy="492443"/>
              </a:xfrm>
              <a:prstGeom prst="rect">
                <a:avLst/>
              </a:prstGeom>
              <a:blipFill>
                <a:blip r:embed="rId13"/>
                <a:stretch>
                  <a:fillRect l="-10526" r="-5263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4BE1A7-516E-D346-B566-A236A41855EA}"/>
                  </a:ext>
                </a:extLst>
              </p:cNvPr>
              <p:cNvSpPr txBox="1"/>
              <p:nvPr/>
            </p:nvSpPr>
            <p:spPr>
              <a:xfrm>
                <a:off x="4629999" y="3501122"/>
                <a:ext cx="3200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4BE1A7-516E-D346-B566-A236A418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999" y="3501122"/>
                <a:ext cx="320023" cy="492443"/>
              </a:xfrm>
              <a:prstGeom prst="rect">
                <a:avLst/>
              </a:prstGeom>
              <a:blipFill>
                <a:blip r:embed="rId14"/>
                <a:stretch>
                  <a:fillRect l="-15385" r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Arc 57">
            <a:extLst>
              <a:ext uri="{FF2B5EF4-FFF2-40B4-BE49-F238E27FC236}">
                <a16:creationId xmlns:a16="http://schemas.microsoft.com/office/drawing/2014/main" id="{F1F9843B-063E-804D-B412-64E2809149C4}"/>
              </a:ext>
            </a:extLst>
          </p:cNvPr>
          <p:cNvSpPr/>
          <p:nvPr/>
        </p:nvSpPr>
        <p:spPr>
          <a:xfrm>
            <a:off x="4745111" y="3435407"/>
            <a:ext cx="687538" cy="759653"/>
          </a:xfrm>
          <a:prstGeom prst="arc">
            <a:avLst>
              <a:gd name="adj1" fmla="val 18182362"/>
              <a:gd name="adj2" fmla="val 2065401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6BF6A22-C7AE-3B46-8537-9DFDB59AE3AA}"/>
                  </a:ext>
                </a:extLst>
              </p:cNvPr>
              <p:cNvSpPr txBox="1"/>
              <p:nvPr/>
            </p:nvSpPr>
            <p:spPr>
              <a:xfrm>
                <a:off x="5435573" y="3364104"/>
                <a:ext cx="366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6BF6A22-C7AE-3B46-8537-9DFDB59AE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73" y="3364104"/>
                <a:ext cx="366703" cy="369332"/>
              </a:xfrm>
              <a:prstGeom prst="rect">
                <a:avLst/>
              </a:prstGeom>
              <a:blipFill>
                <a:blip r:embed="rId15"/>
                <a:stretch>
                  <a:fillRect l="-16667" r="-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48763F0-BD66-7444-85B9-0A3F55646300}"/>
                  </a:ext>
                </a:extLst>
              </p:cNvPr>
              <p:cNvSpPr txBox="1"/>
              <p:nvPr/>
            </p:nvSpPr>
            <p:spPr>
              <a:xfrm>
                <a:off x="6696134" y="2308217"/>
                <a:ext cx="3738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48763F0-BD66-7444-85B9-0A3F5564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134" y="2308217"/>
                <a:ext cx="373820" cy="369332"/>
              </a:xfrm>
              <a:prstGeom prst="rect">
                <a:avLst/>
              </a:prstGeom>
              <a:blipFill>
                <a:blip r:embed="rId16"/>
                <a:stretch>
                  <a:fillRect l="-16129" r="-3226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28BED86-04CD-4347-A0CD-E960ACC4D417}"/>
              </a:ext>
            </a:extLst>
          </p:cNvPr>
          <p:cNvCxnSpPr>
            <a:cxnSpLocks/>
          </p:cNvCxnSpPr>
          <p:nvPr/>
        </p:nvCxnSpPr>
        <p:spPr>
          <a:xfrm flipV="1">
            <a:off x="6165410" y="1898492"/>
            <a:ext cx="1241044" cy="7055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Arc 61">
            <a:extLst>
              <a:ext uri="{FF2B5EF4-FFF2-40B4-BE49-F238E27FC236}">
                <a16:creationId xmlns:a16="http://schemas.microsoft.com/office/drawing/2014/main" id="{F21D9627-77FB-6D4F-B3ED-726977E18B1F}"/>
              </a:ext>
            </a:extLst>
          </p:cNvPr>
          <p:cNvSpPr/>
          <p:nvPr/>
        </p:nvSpPr>
        <p:spPr>
          <a:xfrm>
            <a:off x="6032911" y="2302885"/>
            <a:ext cx="687538" cy="759653"/>
          </a:xfrm>
          <a:prstGeom prst="arc">
            <a:avLst>
              <a:gd name="adj1" fmla="val 18182362"/>
              <a:gd name="adj2" fmla="val 4240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5D61F07-0EF2-E743-ACF5-47F460E17C4A}"/>
                  </a:ext>
                </a:extLst>
              </p:cNvPr>
              <p:cNvSpPr txBox="1"/>
              <p:nvPr/>
            </p:nvSpPr>
            <p:spPr>
              <a:xfrm>
                <a:off x="5767488" y="3206056"/>
                <a:ext cx="3021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5D61F07-0EF2-E743-ACF5-47F460E1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488" y="3206056"/>
                <a:ext cx="302199" cy="369332"/>
              </a:xfrm>
              <a:prstGeom prst="rect">
                <a:avLst/>
              </a:prstGeom>
              <a:blipFill>
                <a:blip r:embed="rId17"/>
                <a:stretch>
                  <a:fillRect l="-20000" r="-80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777238F-4939-F341-B682-9BA660E837D9}"/>
                  </a:ext>
                </a:extLst>
              </p:cNvPr>
              <p:cNvSpPr txBox="1"/>
              <p:nvPr/>
            </p:nvSpPr>
            <p:spPr>
              <a:xfrm>
                <a:off x="7421019" y="2558438"/>
                <a:ext cx="3093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777238F-4939-F341-B682-9BA660E83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019" y="2558438"/>
                <a:ext cx="309315" cy="369332"/>
              </a:xfrm>
              <a:prstGeom prst="rect">
                <a:avLst/>
              </a:prstGeom>
              <a:blipFill>
                <a:blip r:embed="rId18"/>
                <a:stretch>
                  <a:fillRect l="-19231" r="-3846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6464759-C36A-9B48-9E93-3A86A4564F9A}"/>
                  </a:ext>
                </a:extLst>
              </p:cNvPr>
              <p:cNvSpPr txBox="1"/>
              <p:nvPr/>
            </p:nvSpPr>
            <p:spPr>
              <a:xfrm>
                <a:off x="5757275" y="2644325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6464759-C36A-9B48-9E93-3A86A4564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275" y="2644325"/>
                <a:ext cx="389466" cy="369332"/>
              </a:xfrm>
              <a:prstGeom prst="rect">
                <a:avLst/>
              </a:prstGeom>
              <a:blipFill>
                <a:blip r:embed="rId19"/>
                <a:stretch>
                  <a:fillRect l="-15625" r="-312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5CD506-A0C3-824F-816F-F6BED136B017}"/>
              </a:ext>
            </a:extLst>
          </p:cNvPr>
          <p:cNvCxnSpPr>
            <a:cxnSpLocks/>
          </p:cNvCxnSpPr>
          <p:nvPr/>
        </p:nvCxnSpPr>
        <p:spPr>
          <a:xfrm>
            <a:off x="8105413" y="3149207"/>
            <a:ext cx="921352" cy="25330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6F8C7F9-5EB8-BE46-9B2F-51D729F9D4CD}"/>
                  </a:ext>
                </a:extLst>
              </p:cNvPr>
              <p:cNvSpPr txBox="1"/>
              <p:nvPr/>
            </p:nvSpPr>
            <p:spPr>
              <a:xfrm>
                <a:off x="8294947" y="3156293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6F8C7F9-5EB8-BE46-9B2F-51D729F9D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947" y="3156293"/>
                <a:ext cx="497187" cy="492443"/>
              </a:xfrm>
              <a:prstGeom prst="rect">
                <a:avLst/>
              </a:prstGeom>
              <a:blipFill>
                <a:blip r:embed="rId20"/>
                <a:stretch>
                  <a:fillRect l="-7500" r="-7500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15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</Words>
  <Application>Microsoft Macintosh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Office Theme</vt:lpstr>
      <vt:lpstr>Equation</vt:lpstr>
      <vt:lpstr>PowerPoint Presentation</vt:lpstr>
    </vt:vector>
  </TitlesOfParts>
  <Manager/>
  <Company>King's College London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Thrishantha Nanayakkara</dc:creator>
  <cp:keywords/>
  <dc:description/>
  <cp:lastModifiedBy>Nanayakkara, Thrishantha</cp:lastModifiedBy>
  <cp:revision>9</cp:revision>
  <dcterms:created xsi:type="dcterms:W3CDTF">2015-10-12T14:39:31Z</dcterms:created>
  <dcterms:modified xsi:type="dcterms:W3CDTF">2020-06-15T08:43:07Z</dcterms:modified>
  <cp:category/>
</cp:coreProperties>
</file>