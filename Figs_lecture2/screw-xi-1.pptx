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17"/>
  </p:normalViewPr>
  <p:slideViewPr>
    <p:cSldViewPr snapToGrid="0" snapToObjects="1">
      <p:cViewPr>
        <p:scale>
          <a:sx n="389" d="100"/>
          <a:sy n="389" d="100"/>
        </p:scale>
        <p:origin x="-9832" y="-7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4" Type="http://schemas.microsoft.com/office/2007/relationships/hdphoto" Target="../media/hdphoto2.wdp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C2D112C-C775-9444-B23C-1CB07AC17107}"/>
              </a:ext>
            </a:extLst>
          </p:cNvPr>
          <p:cNvGrpSpPr/>
          <p:nvPr/>
        </p:nvGrpSpPr>
        <p:grpSpPr>
          <a:xfrm rot="16374488">
            <a:off x="4126630" y="1497828"/>
            <a:ext cx="4330029" cy="3657060"/>
            <a:chOff x="4549605" y="2385322"/>
            <a:chExt cx="5524499" cy="3882931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53009F47-92A5-3B49-B5C7-7DFB14097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524" b="89881" l="4167" r="96726">
                          <a14:foregroundMark x1="4464" y1="39583" x2="4464" y2="39583"/>
                          <a14:foregroundMark x1="90476" y1="31548" x2="90476" y2="31548"/>
                          <a14:foregroundMark x1="94048" y1="28274" x2="94048" y2="28274"/>
                          <a14:foregroundMark x1="96726" y1="27679" x2="96726" y2="276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20724">
              <a:off x="7131135" y="3325285"/>
              <a:ext cx="2942969" cy="2942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2CBC5329-D5B2-A142-BE10-765E1B3A0E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24" b="89881" l="4167" r="96726">
                          <a14:foregroundMark x1="4464" y1="39583" x2="4464" y2="39583"/>
                          <a14:foregroundMark x1="90476" y1="31548" x2="90476" y2="31548"/>
                          <a14:foregroundMark x1="94048" y1="28274" x2="94048" y2="28274"/>
                          <a14:foregroundMark x1="96726" y1="27679" x2="96726" y2="276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20724">
              <a:off x="4549605" y="2385322"/>
              <a:ext cx="3345840" cy="2942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CE9BF3-3BB9-9C4D-A14C-8DBD04381E1D}"/>
              </a:ext>
            </a:extLst>
          </p:cNvPr>
          <p:cNvCxnSpPr>
            <a:cxnSpLocks/>
          </p:cNvCxnSpPr>
          <p:nvPr/>
        </p:nvCxnSpPr>
        <p:spPr>
          <a:xfrm flipV="1">
            <a:off x="5964497" y="4849898"/>
            <a:ext cx="633934" cy="3810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022D33A-E0AE-2B44-A0DA-8CF9BF9FFC19}"/>
              </a:ext>
            </a:extLst>
          </p:cNvPr>
          <p:cNvCxnSpPr>
            <a:cxnSpLocks/>
          </p:cNvCxnSpPr>
          <p:nvPr/>
        </p:nvCxnSpPr>
        <p:spPr>
          <a:xfrm flipV="1">
            <a:off x="3549559" y="5001310"/>
            <a:ext cx="713221" cy="4543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A05DFF-BA07-534F-A2E5-D6E020C90083}"/>
              </a:ext>
            </a:extLst>
          </p:cNvPr>
          <p:cNvCxnSpPr>
            <a:cxnSpLocks/>
          </p:cNvCxnSpPr>
          <p:nvPr/>
        </p:nvCxnSpPr>
        <p:spPr>
          <a:xfrm flipV="1">
            <a:off x="4262780" y="4887998"/>
            <a:ext cx="1681415" cy="113312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DE71DF-07AC-5040-AF92-26CCB3D41232}"/>
              </a:ext>
            </a:extLst>
          </p:cNvPr>
          <p:cNvCxnSpPr>
            <a:cxnSpLocks/>
          </p:cNvCxnSpPr>
          <p:nvPr/>
        </p:nvCxnSpPr>
        <p:spPr>
          <a:xfrm flipH="1">
            <a:off x="5164620" y="2265448"/>
            <a:ext cx="1464970" cy="2670411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E0B113E-7832-BB4B-8139-9096B949AC1D}"/>
              </a:ext>
            </a:extLst>
          </p:cNvPr>
          <p:cNvCxnSpPr>
            <a:cxnSpLocks/>
          </p:cNvCxnSpPr>
          <p:nvPr/>
        </p:nvCxnSpPr>
        <p:spPr>
          <a:xfrm flipH="1">
            <a:off x="4903438" y="4638981"/>
            <a:ext cx="156984" cy="3056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D9D82EB-B5FB-6749-9D2C-C962B131364C}"/>
              </a:ext>
            </a:extLst>
          </p:cNvPr>
          <p:cNvCxnSpPr>
            <a:cxnSpLocks/>
          </p:cNvCxnSpPr>
          <p:nvPr/>
        </p:nvCxnSpPr>
        <p:spPr>
          <a:xfrm flipH="1">
            <a:off x="5033695" y="4654288"/>
            <a:ext cx="2885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222ED1-3B23-514F-9650-E7A61F80E559}"/>
                  </a:ext>
                </a:extLst>
              </p:cNvPr>
              <p:cNvSpPr txBox="1"/>
              <p:nvPr/>
            </p:nvSpPr>
            <p:spPr>
              <a:xfrm>
                <a:off x="6094314" y="4838378"/>
                <a:ext cx="75200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222ED1-3B23-514F-9650-E7A61F80E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314" y="4838378"/>
                <a:ext cx="752001" cy="461665"/>
              </a:xfrm>
              <a:prstGeom prst="rect">
                <a:avLst/>
              </a:prstGeom>
              <a:blipFill>
                <a:blip r:embed="rId8"/>
                <a:stretch>
                  <a:fillRect l="-6667" t="-16216" r="-333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4B81824-5603-4D44-93B5-94C0280B8C8F}"/>
                  </a:ext>
                </a:extLst>
              </p:cNvPr>
              <p:cNvSpPr txBox="1"/>
              <p:nvPr/>
            </p:nvSpPr>
            <p:spPr>
              <a:xfrm>
                <a:off x="5728456" y="3662542"/>
                <a:ext cx="42473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4B81824-5603-4D44-93B5-94C0280B8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456" y="3662542"/>
                <a:ext cx="424732" cy="461665"/>
              </a:xfrm>
              <a:prstGeom prst="rect">
                <a:avLst/>
              </a:prstGeom>
              <a:blipFill>
                <a:blip r:embed="rId9"/>
                <a:stretch>
                  <a:fillRect l="-11765" r="-5882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0126F05-96D9-7A48-98E9-64175886B8F0}"/>
                  </a:ext>
                </a:extLst>
              </p:cNvPr>
              <p:cNvSpPr txBox="1"/>
              <p:nvPr/>
            </p:nvSpPr>
            <p:spPr>
              <a:xfrm>
                <a:off x="6166050" y="1817606"/>
                <a:ext cx="7768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0126F05-96D9-7A48-98E9-64175886B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050" y="1817606"/>
                <a:ext cx="776816" cy="461665"/>
              </a:xfrm>
              <a:prstGeom prst="rect">
                <a:avLst/>
              </a:prstGeom>
              <a:blipFill>
                <a:blip r:embed="rId10"/>
                <a:stretch>
                  <a:fillRect l="-6452" t="-16216" r="-4839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1BDF6E-65E7-FB4C-BFEF-EC26C70FBEBA}"/>
                  </a:ext>
                </a:extLst>
              </p:cNvPr>
              <p:cNvSpPr txBox="1"/>
              <p:nvPr/>
            </p:nvSpPr>
            <p:spPr>
              <a:xfrm>
                <a:off x="4930782" y="4991377"/>
                <a:ext cx="81817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1BDF6E-65E7-FB4C-BFEF-EC26C70FB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782" y="4991377"/>
                <a:ext cx="818173" cy="461665"/>
              </a:xfrm>
              <a:prstGeom prst="rect">
                <a:avLst/>
              </a:prstGeom>
              <a:blipFill>
                <a:blip r:embed="rId11"/>
                <a:stretch>
                  <a:fillRect l="-10769" r="-4615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46A590-0889-4A40-B844-6C77B1EBEA72}"/>
              </a:ext>
            </a:extLst>
          </p:cNvPr>
          <p:cNvCxnSpPr>
            <a:cxnSpLocks/>
          </p:cNvCxnSpPr>
          <p:nvPr/>
        </p:nvCxnSpPr>
        <p:spPr>
          <a:xfrm>
            <a:off x="5801909" y="2863090"/>
            <a:ext cx="2535842" cy="11650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/>
              <p:nvPr/>
            </p:nvSpPr>
            <p:spPr>
              <a:xfrm>
                <a:off x="8168238" y="3490515"/>
                <a:ext cx="3865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238" y="3490515"/>
                <a:ext cx="386516" cy="461665"/>
              </a:xfrm>
              <a:prstGeom prst="rect">
                <a:avLst/>
              </a:prstGeom>
              <a:blipFill>
                <a:blip r:embed="rId12"/>
                <a:stretch>
                  <a:fillRect l="-12903" t="-16216" r="-6452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1736937-ED0F-6A42-8F77-FFA442CBCFBA}"/>
              </a:ext>
            </a:extLst>
          </p:cNvPr>
          <p:cNvCxnSpPr>
            <a:cxnSpLocks/>
          </p:cNvCxnSpPr>
          <p:nvPr/>
        </p:nvCxnSpPr>
        <p:spPr>
          <a:xfrm flipV="1">
            <a:off x="5433096" y="2991011"/>
            <a:ext cx="1681415" cy="113312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Arc 1032">
            <a:extLst>
              <a:ext uri="{FF2B5EF4-FFF2-40B4-BE49-F238E27FC236}">
                <a16:creationId xmlns:a16="http://schemas.microsoft.com/office/drawing/2014/main" id="{AF216C09-1802-EB44-9CFA-86290498558E}"/>
              </a:ext>
            </a:extLst>
          </p:cNvPr>
          <p:cNvSpPr/>
          <p:nvPr/>
        </p:nvSpPr>
        <p:spPr>
          <a:xfrm>
            <a:off x="6438320" y="2877565"/>
            <a:ext cx="719847" cy="788224"/>
          </a:xfrm>
          <a:prstGeom prst="arc">
            <a:avLst>
              <a:gd name="adj1" fmla="val 18798948"/>
              <a:gd name="adj2" fmla="val 1912156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F437E9C-CB58-2342-ABCF-C88E0D929621}"/>
                  </a:ext>
                </a:extLst>
              </p:cNvPr>
              <p:cNvSpPr txBox="1"/>
              <p:nvPr/>
            </p:nvSpPr>
            <p:spPr>
              <a:xfrm>
                <a:off x="7170838" y="2931838"/>
                <a:ext cx="44076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F437E9C-CB58-2342-ABCF-C88E0D929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38" y="2931838"/>
                <a:ext cx="440762" cy="461665"/>
              </a:xfrm>
              <a:prstGeom prst="rect">
                <a:avLst/>
              </a:prstGeom>
              <a:blipFill>
                <a:blip r:embed="rId13"/>
                <a:stretch>
                  <a:fillRect l="-8333" r="-555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E06AC3-A795-094E-9442-37041F4E648C}"/>
              </a:ext>
            </a:extLst>
          </p:cNvPr>
          <p:cNvCxnSpPr/>
          <p:nvPr/>
        </p:nvCxnSpPr>
        <p:spPr>
          <a:xfrm>
            <a:off x="5122287" y="2541814"/>
            <a:ext cx="679622" cy="32127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8758404-09B2-584F-83FF-8DF5384CC9A3}"/>
              </a:ext>
            </a:extLst>
          </p:cNvPr>
          <p:cNvCxnSpPr>
            <a:cxnSpLocks/>
          </p:cNvCxnSpPr>
          <p:nvPr/>
        </p:nvCxnSpPr>
        <p:spPr>
          <a:xfrm flipH="1">
            <a:off x="5801909" y="2929471"/>
            <a:ext cx="156984" cy="3056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520F8A-7ED5-CF4E-99C4-A7A14EB59548}"/>
              </a:ext>
            </a:extLst>
          </p:cNvPr>
          <p:cNvCxnSpPr>
            <a:cxnSpLocks/>
          </p:cNvCxnSpPr>
          <p:nvPr/>
        </p:nvCxnSpPr>
        <p:spPr>
          <a:xfrm flipH="1" flipV="1">
            <a:off x="5801909" y="3210140"/>
            <a:ext cx="242698" cy="123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4910C-5C92-FD4A-BC30-93C1ED14224A}"/>
                  </a:ext>
                </a:extLst>
              </p:cNvPr>
              <p:cNvSpPr txBox="1"/>
              <p:nvPr/>
            </p:nvSpPr>
            <p:spPr>
              <a:xfrm>
                <a:off x="5720104" y="2515804"/>
                <a:ext cx="75681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𝑛𝑡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4910C-5C92-FD4A-BC30-93C1ED142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104" y="2515804"/>
                <a:ext cx="756810" cy="461665"/>
              </a:xfrm>
              <a:prstGeom prst="rect">
                <a:avLst/>
              </a:prstGeom>
              <a:blipFill>
                <a:blip r:embed="rId14"/>
                <a:stretch>
                  <a:fillRect l="-10000" r="-333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C29994-9E0D-4F42-BC4F-507626032291}"/>
              </a:ext>
            </a:extLst>
          </p:cNvPr>
          <p:cNvCxnSpPr/>
          <p:nvPr/>
        </p:nvCxnSpPr>
        <p:spPr>
          <a:xfrm flipV="1">
            <a:off x="5164973" y="3060837"/>
            <a:ext cx="1038727" cy="1883817"/>
          </a:xfrm>
          <a:prstGeom prst="line">
            <a:avLst/>
          </a:prstGeom>
          <a:ln w="571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8CAC1F-44AC-2E4B-A0B7-48F9FC790628}"/>
              </a:ext>
            </a:extLst>
          </p:cNvPr>
          <p:cNvCxnSpPr>
            <a:cxnSpLocks/>
          </p:cNvCxnSpPr>
          <p:nvPr/>
        </p:nvCxnSpPr>
        <p:spPr>
          <a:xfrm flipV="1">
            <a:off x="5164620" y="4911634"/>
            <a:ext cx="396891" cy="372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D53F42-72BB-4D48-9372-62047E248EFB}"/>
              </a:ext>
            </a:extLst>
          </p:cNvPr>
          <p:cNvCxnSpPr>
            <a:cxnSpLocks/>
          </p:cNvCxnSpPr>
          <p:nvPr/>
        </p:nvCxnSpPr>
        <p:spPr>
          <a:xfrm>
            <a:off x="6227016" y="3060837"/>
            <a:ext cx="554830" cy="2614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8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14</cp:revision>
  <dcterms:created xsi:type="dcterms:W3CDTF">2017-08-02T13:05:09Z</dcterms:created>
  <dcterms:modified xsi:type="dcterms:W3CDTF">2021-07-26T13:14:09Z</dcterms:modified>
</cp:coreProperties>
</file>