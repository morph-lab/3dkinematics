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>
        <p:scale>
          <a:sx n="400" d="100"/>
          <a:sy n="400" d="100"/>
        </p:scale>
        <p:origin x="-328" y="-4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48C52-EF32-CF4A-B387-E60D00031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CDE0C-496B-5B43-8FBE-D0BB15351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FCB84-4BDF-D74D-BDEF-538277F95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2DF0-EAEA-AF40-AFEC-F11DA11B28AA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743A2-8158-614A-A764-8703BB873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A01FA-B84D-244C-A09C-C582570D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2A2FF-FE1E-954A-B99F-FCFCC4F3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82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32A8-3909-C543-B716-60021812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2BA2C-78E7-8D40-AA2E-7F216D3D9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24578-C04D-9642-AEA8-817B554FF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2DF0-EAEA-AF40-AFEC-F11DA11B28AA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B136D-CFC0-ED4F-8F85-59BA9EBB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4519B-9CA6-F048-91FD-12BEF35F2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2A2FF-FE1E-954A-B99F-FCFCC4F3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8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2B8-0D45-EF4F-8816-32719B1A1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C3D3F-8D9D-4A4D-A68A-2480FC9F0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9F35C-7E46-1843-AC90-3404392F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2DF0-EAEA-AF40-AFEC-F11DA11B28AA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1F333-AE41-6349-B73B-77EA9966C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9E686-3AAD-274B-8649-2D785A08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2A2FF-FE1E-954A-B99F-FCFCC4F3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46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AA83-6D62-5246-AB0C-896C3471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00A1F-CB4A-BF42-9B99-8C79D1681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A9B1F-3819-B144-8E81-377128E14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A625B-09E4-1548-8BFF-68A08F05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2DF0-EAEA-AF40-AFEC-F11DA11B28AA}" type="datetimeFigureOut">
              <a:rPr lang="en-US" smtClean="0"/>
              <a:t>7/26/21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054E0-90B5-114B-BAB3-3D24736B7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5AF97-A981-4747-9B07-8619368D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2A2FF-FE1E-954A-B99F-FCFCC4F3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48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936DB-7237-EE43-99BB-FEE618D2A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8F193-7CC4-2941-B079-2D325B5BB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F0EB2-5465-E945-94CB-AE8F50CED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1A7392-DA5F-3F44-B46F-82CD39B2B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3DE3F-6352-604A-AC39-13248FBB9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4660D0-A64B-2A4B-9E19-D060F539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2DF0-EAEA-AF40-AFEC-F11DA11B28AA}" type="datetimeFigureOut">
              <a:rPr lang="en-US" smtClean="0"/>
              <a:t>7/26/21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754EC8-20C1-F646-978E-F7C0DF3D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12AE7-B0E9-4C40-91A2-664CBE7C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2A2FF-FE1E-954A-B99F-FCFCC4F3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4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D29C-CBE5-444A-88DF-C91FDD4A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740ED3-532C-6048-9F69-6FFCE9CA9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2DF0-EAEA-AF40-AFEC-F11DA11B28AA}" type="datetimeFigureOut">
              <a:rPr lang="en-US" smtClean="0"/>
              <a:t>7/26/21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EB575-5C6C-784A-928E-EE2B15A1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30E7B-8120-F546-9502-6D1920777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2A2FF-FE1E-954A-B99F-FCFCC4F3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80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954C4-A9C3-1641-97BC-17F884F03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2DF0-EAEA-AF40-AFEC-F11DA11B28AA}" type="datetimeFigureOut">
              <a:rPr lang="en-US" smtClean="0"/>
              <a:t>7/26/21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36F5A8-99B4-8842-953F-C85368B5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B17C4-0AE7-0246-831E-7E2E4B72E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2A2FF-FE1E-954A-B99F-FCFCC4F3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01226-24CB-784B-B975-E2F185E8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1CAD-C583-294C-90B2-D26DF3EC3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A1DD3-C82C-1C4F-A611-A07465783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ED88B-B83A-FE4F-AEB3-E7966AB5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2DF0-EAEA-AF40-AFEC-F11DA11B28AA}" type="datetimeFigureOut">
              <a:rPr lang="en-US" smtClean="0"/>
              <a:t>7/26/21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F73D8-FCC2-8A4C-AF93-ACEB567C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1D770-58DB-9549-A3E3-B58CFDA1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2A2FF-FE1E-954A-B99F-FCFCC4F3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5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54284-9A6A-024D-B374-00A10F2F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837138-FA89-CD40-B1D5-79EE1501FD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2B4A6-535D-4247-ACE2-627BBC334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7DE1A-605A-264F-BF0B-309668812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2DF0-EAEA-AF40-AFEC-F11DA11B28AA}" type="datetimeFigureOut">
              <a:rPr lang="en-US" smtClean="0"/>
              <a:t>7/26/21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1CCDD-8EEB-204A-8B93-0B3170CB6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E946F-80A6-C34B-B8D7-86674A5E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2A2FF-FE1E-954A-B99F-FCFCC4F3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8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D724D-3042-8F48-9BE5-82EBFCE0C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22D4A-5E68-E34E-843F-BE4905B1D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A7F95-98B8-F64A-99AC-6B199CED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2DF0-EAEA-AF40-AFEC-F11DA11B28AA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8C08F-F2EA-E247-B14D-6464F294D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6CA57-B061-F44F-9959-8B5D3C1F7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2A2FF-FE1E-954A-B99F-FCFCC4F3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50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B8D293-17B6-F84F-9E05-936C59084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F76C5-F0AF-704E-AC3B-4C354EAB4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CCE64-B4CC-B54C-B207-2C4C86301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2DF0-EAEA-AF40-AFEC-F11DA11B28AA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A4F1C-88C7-5744-9B14-A5C94150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283F9-DD02-254B-832C-EF273267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2A2FF-FE1E-954A-B99F-FCFCC4F3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3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F2A30-7A0D-374C-AC7D-DE0E67F97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3618-45D4-3940-BA83-7212AAAC3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0CADE-4FCE-524A-998B-80890EBDB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22DF0-EAEA-AF40-AFEC-F11DA11B28AA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99CB-91A9-B14D-B5F2-10E6E48CD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3C7C2-54E0-774D-9CA3-CEAD00598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2A2FF-FE1E-954A-B99F-FCFCC4F34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09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5F45029-3795-5545-BF39-B5A02D4DA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881" l="4167" r="96726">
                        <a14:foregroundMark x1="4464" y1="39583" x2="4464" y2="39583"/>
                        <a14:foregroundMark x1="90476" y1="31548" x2="90476" y2="31548"/>
                        <a14:foregroundMark x1="94048" y1="28274" x2="94048" y2="28274"/>
                        <a14:foregroundMark x1="96726" y1="27679" x2="96726" y2="276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406" y="1628002"/>
            <a:ext cx="2942968" cy="294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94E49B8-310C-E74F-B52C-6B903BED9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524" b="89881" l="4167" r="96726">
                        <a14:foregroundMark x1="4464" y1="39583" x2="4464" y2="39583"/>
                        <a14:foregroundMark x1="90476" y1="31548" x2="90476" y2="31548"/>
                        <a14:foregroundMark x1="94048" y1="28274" x2="94048" y2="28274"/>
                        <a14:foregroundMark x1="96726" y1="27679" x2="96726" y2="276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033" y="1957516"/>
            <a:ext cx="2942968" cy="294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90EB7B-F6FF-9E4F-AD16-216BB06269FB}"/>
              </a:ext>
            </a:extLst>
          </p:cNvPr>
          <p:cNvCxnSpPr>
            <a:cxnSpLocks/>
          </p:cNvCxnSpPr>
          <p:nvPr/>
        </p:nvCxnSpPr>
        <p:spPr>
          <a:xfrm flipV="1">
            <a:off x="2304537" y="3230262"/>
            <a:ext cx="1010163" cy="31612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0089AD-36FD-9C4B-848C-FD9FBD5DD6D9}"/>
              </a:ext>
            </a:extLst>
          </p:cNvPr>
          <p:cNvCxnSpPr>
            <a:cxnSpLocks/>
          </p:cNvCxnSpPr>
          <p:nvPr/>
        </p:nvCxnSpPr>
        <p:spPr>
          <a:xfrm flipH="1" flipV="1">
            <a:off x="1661984" y="2273643"/>
            <a:ext cx="624015" cy="12727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081BD0-FBFE-8D4A-9900-DEDA61F263E5}"/>
              </a:ext>
            </a:extLst>
          </p:cNvPr>
          <p:cNvCxnSpPr>
            <a:cxnSpLocks/>
          </p:cNvCxnSpPr>
          <p:nvPr/>
        </p:nvCxnSpPr>
        <p:spPr>
          <a:xfrm flipV="1">
            <a:off x="3339414" y="1841157"/>
            <a:ext cx="342900" cy="138910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CAD9CE-36E3-9D4B-91DA-898886A4974B}"/>
              </a:ext>
            </a:extLst>
          </p:cNvPr>
          <p:cNvCxnSpPr>
            <a:cxnSpLocks/>
          </p:cNvCxnSpPr>
          <p:nvPr/>
        </p:nvCxnSpPr>
        <p:spPr>
          <a:xfrm flipH="1" flipV="1">
            <a:off x="2690685" y="1957516"/>
            <a:ext cx="624015" cy="1272746"/>
          </a:xfrm>
          <a:prstGeom prst="straightConnector1">
            <a:avLst/>
          </a:prstGeom>
          <a:ln w="38100">
            <a:solidFill>
              <a:schemeClr val="accent1">
                <a:alpha val="4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c 14">
            <a:extLst>
              <a:ext uri="{FF2B5EF4-FFF2-40B4-BE49-F238E27FC236}">
                <a16:creationId xmlns:a16="http://schemas.microsoft.com/office/drawing/2014/main" id="{FC2FD59E-40DE-1A4F-9F07-EA93C052E64B}"/>
              </a:ext>
            </a:extLst>
          </p:cNvPr>
          <p:cNvSpPr/>
          <p:nvPr/>
        </p:nvSpPr>
        <p:spPr>
          <a:xfrm rot="17725532">
            <a:off x="2488604" y="2383959"/>
            <a:ext cx="1618735" cy="1471484"/>
          </a:xfrm>
          <a:prstGeom prst="arc">
            <a:avLst>
              <a:gd name="adj1" fmla="val 18367268"/>
              <a:gd name="adj2" fmla="val 21238138"/>
            </a:avLst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9B44D2-9D99-6340-BE27-D06E4F72E06B}"/>
              </a:ext>
            </a:extLst>
          </p:cNvPr>
          <p:cNvSpPr txBox="1"/>
          <p:nvPr/>
        </p:nvSpPr>
        <p:spPr>
          <a:xfrm>
            <a:off x="2690685" y="1628002"/>
            <a:ext cx="131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B6A6F5-61E4-7C40-82D0-64AE261D7C8D}"/>
              </a:ext>
            </a:extLst>
          </p:cNvPr>
          <p:cNvSpPr txBox="1"/>
          <p:nvPr/>
        </p:nvSpPr>
        <p:spPr>
          <a:xfrm>
            <a:off x="2347783" y="4239393"/>
            <a:ext cx="152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Displacement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0424628E-CC64-EF4C-9253-A236356DE90A}"/>
              </a:ext>
            </a:extLst>
          </p:cNvPr>
          <p:cNvSpPr/>
          <p:nvPr/>
        </p:nvSpPr>
        <p:spPr>
          <a:xfrm>
            <a:off x="2977978" y="3447535"/>
            <a:ext cx="223621" cy="778476"/>
          </a:xfrm>
          <a:custGeom>
            <a:avLst/>
            <a:gdLst>
              <a:gd name="connsiteX0" fmla="*/ 185352 w 223621"/>
              <a:gd name="connsiteY0" fmla="*/ 778476 h 778476"/>
              <a:gd name="connsiteX1" fmla="*/ 210065 w 223621"/>
              <a:gd name="connsiteY1" fmla="*/ 308919 h 778476"/>
              <a:gd name="connsiteX2" fmla="*/ 0 w 223621"/>
              <a:gd name="connsiteY2" fmla="*/ 0 h 778476"/>
              <a:gd name="connsiteX3" fmla="*/ 0 w 223621"/>
              <a:gd name="connsiteY3" fmla="*/ 0 h 778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621" h="778476">
                <a:moveTo>
                  <a:pt x="185352" y="778476"/>
                </a:moveTo>
                <a:cubicBezTo>
                  <a:pt x="213154" y="608570"/>
                  <a:pt x="240957" y="438665"/>
                  <a:pt x="210065" y="308919"/>
                </a:cubicBezTo>
                <a:cubicBezTo>
                  <a:pt x="179173" y="179173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43E5396-DC46-B34A-B9B7-4DF604660BED}"/>
              </a:ext>
            </a:extLst>
          </p:cNvPr>
          <p:cNvCxnSpPr/>
          <p:nvPr/>
        </p:nvCxnSpPr>
        <p:spPr>
          <a:xfrm flipH="1" flipV="1">
            <a:off x="2047875" y="3041650"/>
            <a:ext cx="238123" cy="5047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CC3E2B-A21E-4048-AC14-BDD6523E6A7A}"/>
              </a:ext>
            </a:extLst>
          </p:cNvPr>
          <p:cNvCxnSpPr>
            <a:cxnSpLocks/>
          </p:cNvCxnSpPr>
          <p:nvPr/>
        </p:nvCxnSpPr>
        <p:spPr>
          <a:xfrm flipV="1">
            <a:off x="3333239" y="2771775"/>
            <a:ext cx="114811" cy="47187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500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4</cp:revision>
  <dcterms:created xsi:type="dcterms:W3CDTF">2020-11-24T08:32:56Z</dcterms:created>
  <dcterms:modified xsi:type="dcterms:W3CDTF">2021-07-26T13:46:54Z</dcterms:modified>
</cp:coreProperties>
</file>