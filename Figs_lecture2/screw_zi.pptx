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17"/>
  </p:normalViewPr>
  <p:slideViewPr>
    <p:cSldViewPr snapToGrid="0" snapToObjects="1">
      <p:cViewPr varScale="1">
        <p:scale>
          <a:sx n="124" d="100"/>
          <a:sy n="124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E10FD49-E0E6-5C4D-B613-890F26A317C8}"/>
                  </a:ext>
                </a:extLst>
              </p:cNvPr>
              <p:cNvSpPr txBox="1"/>
              <p:nvPr/>
            </p:nvSpPr>
            <p:spPr>
              <a:xfrm>
                <a:off x="6298465" y="4599194"/>
                <a:ext cx="41133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E10FD49-E0E6-5C4D-B613-890F26A3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465" y="4599194"/>
                <a:ext cx="411330" cy="461665"/>
              </a:xfrm>
              <a:prstGeom prst="rect">
                <a:avLst/>
              </a:prstGeom>
              <a:blipFill>
                <a:blip r:embed="rId3"/>
                <a:stretch>
                  <a:fillRect l="-8824" t="-10526" r="-58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2">
            <a:extLst>
              <a:ext uri="{FF2B5EF4-FFF2-40B4-BE49-F238E27FC236}">
                <a16:creationId xmlns:a16="http://schemas.microsoft.com/office/drawing/2014/main" id="{5FCA7CCE-187C-5942-A088-9E0AAEF33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24" b="89881" l="4167" r="96726">
                        <a14:foregroundMark x1="4464" y1="39583" x2="4464" y2="39583"/>
                        <a14:foregroundMark x1="90476" y1="31548" x2="90476" y2="31548"/>
                        <a14:foregroundMark x1="94048" y1="28274" x2="94048" y2="28274"/>
                        <a14:foregroundMark x1="96726" y1="27679" x2="96726" y2="27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36426">
            <a:off x="5807901" y="2874643"/>
            <a:ext cx="2942968" cy="294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>
            <a:extLst>
              <a:ext uri="{FF2B5EF4-FFF2-40B4-BE49-F238E27FC236}">
                <a16:creationId xmlns:a16="http://schemas.microsoft.com/office/drawing/2014/main" id="{0C48B34C-0451-8D49-B811-B2F20D58A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4167" r="96726">
                        <a14:foregroundMark x1="4464" y1="39583" x2="4464" y2="39583"/>
                        <a14:foregroundMark x1="90476" y1="31548" x2="90476" y2="31548"/>
                        <a14:foregroundMark x1="94048" y1="28274" x2="94048" y2="28274"/>
                        <a14:foregroundMark x1="96726" y1="27679" x2="96726" y2="27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36426">
            <a:off x="4846676" y="2405948"/>
            <a:ext cx="2942968" cy="294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5B791A4-CB97-4443-BDD1-FE0D561D507A}"/>
              </a:ext>
            </a:extLst>
          </p:cNvPr>
          <p:cNvCxnSpPr>
            <a:cxnSpLocks/>
          </p:cNvCxnSpPr>
          <p:nvPr/>
        </p:nvCxnSpPr>
        <p:spPr>
          <a:xfrm>
            <a:off x="5411447" y="3166676"/>
            <a:ext cx="3191128" cy="15893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2A110EE-3C81-AC4D-BAD8-D6A2AEA6721C}"/>
              </a:ext>
            </a:extLst>
          </p:cNvPr>
          <p:cNvCxnSpPr>
            <a:cxnSpLocks/>
          </p:cNvCxnSpPr>
          <p:nvPr/>
        </p:nvCxnSpPr>
        <p:spPr>
          <a:xfrm rot="2636426" flipH="1" flipV="1">
            <a:off x="6240862" y="2307466"/>
            <a:ext cx="624015" cy="1272746"/>
          </a:xfrm>
          <a:prstGeom prst="straightConnector1">
            <a:avLst/>
          </a:prstGeom>
          <a:ln w="38100">
            <a:solidFill>
              <a:schemeClr val="accent1">
                <a:alpha val="4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c 42">
            <a:extLst>
              <a:ext uri="{FF2B5EF4-FFF2-40B4-BE49-F238E27FC236}">
                <a16:creationId xmlns:a16="http://schemas.microsoft.com/office/drawing/2014/main" id="{2609A681-CACE-4F40-8C82-E12AEF176387}"/>
              </a:ext>
            </a:extLst>
          </p:cNvPr>
          <p:cNvSpPr/>
          <p:nvPr/>
        </p:nvSpPr>
        <p:spPr>
          <a:xfrm rot="20361958">
            <a:off x="5779883" y="2962576"/>
            <a:ext cx="1055792" cy="1254092"/>
          </a:xfrm>
          <a:prstGeom prst="arc">
            <a:avLst>
              <a:gd name="adj1" fmla="val 18794486"/>
              <a:gd name="adj2" fmla="val 5436690"/>
            </a:avLst>
          </a:prstGeom>
          <a:ln w="38100">
            <a:solidFill>
              <a:srgbClr val="00873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B91432-E2B7-A14C-9523-813310031107}"/>
              </a:ext>
            </a:extLst>
          </p:cNvPr>
          <p:cNvSpPr txBox="1"/>
          <p:nvPr/>
        </p:nvSpPr>
        <p:spPr>
          <a:xfrm>
            <a:off x="6655628" y="2941515"/>
            <a:ext cx="13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04ABA9-E6D9-864B-9401-ABCF9CD7B2B4}"/>
              </a:ext>
            </a:extLst>
          </p:cNvPr>
          <p:cNvSpPr txBox="1"/>
          <p:nvPr/>
        </p:nvSpPr>
        <p:spPr>
          <a:xfrm>
            <a:off x="5034105" y="4138945"/>
            <a:ext cx="152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Displacement</a:t>
            </a: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7A3F506-C3E0-A043-8901-C2FBC2473F47}"/>
              </a:ext>
            </a:extLst>
          </p:cNvPr>
          <p:cNvSpPr/>
          <p:nvPr/>
        </p:nvSpPr>
        <p:spPr>
          <a:xfrm rot="2636426">
            <a:off x="5641323" y="3509991"/>
            <a:ext cx="223621" cy="778476"/>
          </a:xfrm>
          <a:custGeom>
            <a:avLst/>
            <a:gdLst>
              <a:gd name="connsiteX0" fmla="*/ 185352 w 223621"/>
              <a:gd name="connsiteY0" fmla="*/ 778476 h 778476"/>
              <a:gd name="connsiteX1" fmla="*/ 210065 w 223621"/>
              <a:gd name="connsiteY1" fmla="*/ 308919 h 778476"/>
              <a:gd name="connsiteX2" fmla="*/ 0 w 223621"/>
              <a:gd name="connsiteY2" fmla="*/ 0 h 778476"/>
              <a:gd name="connsiteX3" fmla="*/ 0 w 223621"/>
              <a:gd name="connsiteY3" fmla="*/ 0 h 77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621" h="778476">
                <a:moveTo>
                  <a:pt x="185352" y="778476"/>
                </a:moveTo>
                <a:cubicBezTo>
                  <a:pt x="213154" y="608570"/>
                  <a:pt x="240957" y="438665"/>
                  <a:pt x="210065" y="308919"/>
                </a:cubicBezTo>
                <a:cubicBezTo>
                  <a:pt x="179173" y="179173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C8AA2DC-1B11-7D45-B42C-9DA2EC2AB5F7}"/>
              </a:ext>
            </a:extLst>
          </p:cNvPr>
          <p:cNvCxnSpPr>
            <a:cxnSpLocks/>
          </p:cNvCxnSpPr>
          <p:nvPr/>
        </p:nvCxnSpPr>
        <p:spPr>
          <a:xfrm flipH="1">
            <a:off x="4525302" y="1160503"/>
            <a:ext cx="1511047" cy="479452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4E18B5A-95DE-E14C-8D62-597480F52BBE}"/>
              </a:ext>
            </a:extLst>
          </p:cNvPr>
          <p:cNvCxnSpPr>
            <a:cxnSpLocks/>
          </p:cNvCxnSpPr>
          <p:nvPr/>
        </p:nvCxnSpPr>
        <p:spPr>
          <a:xfrm>
            <a:off x="6338523" y="3605964"/>
            <a:ext cx="684257" cy="234906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90925D-3143-1B4E-A87F-3A871E2655F4}"/>
                  </a:ext>
                </a:extLst>
              </p:cNvPr>
              <p:cNvSpPr txBox="1"/>
              <p:nvPr/>
            </p:nvSpPr>
            <p:spPr>
              <a:xfrm>
                <a:off x="5761651" y="2931764"/>
                <a:ext cx="4327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90925D-3143-1B4E-A87F-3A871E26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651" y="2931764"/>
                <a:ext cx="432747" cy="461665"/>
              </a:xfrm>
              <a:prstGeom prst="rect">
                <a:avLst/>
              </a:prstGeom>
              <a:blipFill>
                <a:blip r:embed="rId7"/>
                <a:stretch>
                  <a:fillRect l="-20000" r="-857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3746893-F1B7-4A47-893B-6DB811029213}"/>
                  </a:ext>
                </a:extLst>
              </p:cNvPr>
              <p:cNvSpPr txBox="1"/>
              <p:nvPr/>
            </p:nvSpPr>
            <p:spPr>
              <a:xfrm>
                <a:off x="7571471" y="3791690"/>
                <a:ext cx="3865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3746893-F1B7-4A47-893B-6DB81102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471" y="3791690"/>
                <a:ext cx="386516" cy="461665"/>
              </a:xfrm>
              <a:prstGeom prst="rect">
                <a:avLst/>
              </a:prstGeom>
              <a:blipFill>
                <a:blip r:embed="rId9"/>
                <a:stretch>
                  <a:fillRect l="-12903" t="-13158" r="-64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4CDC0E-65DF-FA49-ACFD-1BB8C87EBB50}"/>
                  </a:ext>
                </a:extLst>
              </p:cNvPr>
              <p:cNvSpPr txBox="1"/>
              <p:nvPr/>
            </p:nvSpPr>
            <p:spPr>
              <a:xfrm>
                <a:off x="6000847" y="1030343"/>
                <a:ext cx="7768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GB" sz="3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4CDC0E-65DF-FA49-ACFD-1BB8C87E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847" y="1030343"/>
                <a:ext cx="776816" cy="461665"/>
              </a:xfrm>
              <a:prstGeom prst="rect">
                <a:avLst/>
              </a:prstGeom>
              <a:blipFill>
                <a:blip r:embed="rId10"/>
                <a:stretch>
                  <a:fillRect l="-6452" t="-16216" r="-4839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DF9C83A-4B89-5C4E-B83F-2E884D32D0BE}"/>
              </a:ext>
            </a:extLst>
          </p:cNvPr>
          <p:cNvCxnSpPr>
            <a:cxnSpLocks/>
          </p:cNvCxnSpPr>
          <p:nvPr/>
        </p:nvCxnSpPr>
        <p:spPr>
          <a:xfrm flipH="1">
            <a:off x="6352448" y="1536702"/>
            <a:ext cx="656406" cy="1985017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A37E50-83F3-2849-897D-E084F738473F}"/>
                  </a:ext>
                </a:extLst>
              </p:cNvPr>
              <p:cNvSpPr txBox="1"/>
              <p:nvPr/>
            </p:nvSpPr>
            <p:spPr>
              <a:xfrm>
                <a:off x="4816727" y="3020683"/>
                <a:ext cx="75681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𝑛𝑡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A37E50-83F3-2849-897D-E084F7384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727" y="3020683"/>
                <a:ext cx="756810" cy="461665"/>
              </a:xfrm>
              <a:prstGeom prst="rect">
                <a:avLst/>
              </a:prstGeom>
              <a:blipFill>
                <a:blip r:embed="rId11"/>
                <a:stretch>
                  <a:fillRect l="-11667" r="-3333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DF0C0E-AA60-C448-8C77-7E58F901531E}"/>
              </a:ext>
            </a:extLst>
          </p:cNvPr>
          <p:cNvCxnSpPr/>
          <p:nvPr/>
        </p:nvCxnSpPr>
        <p:spPr>
          <a:xfrm>
            <a:off x="5411447" y="3166676"/>
            <a:ext cx="927076" cy="451896"/>
          </a:xfrm>
          <a:prstGeom prst="line">
            <a:avLst/>
          </a:prstGeom>
          <a:ln w="5715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51DF38-81C9-3E47-8509-4AEC33144D1B}"/>
              </a:ext>
            </a:extLst>
          </p:cNvPr>
          <p:cNvCxnSpPr/>
          <p:nvPr/>
        </p:nvCxnSpPr>
        <p:spPr>
          <a:xfrm flipV="1">
            <a:off x="5411447" y="2620862"/>
            <a:ext cx="181330" cy="5417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D50C76-A2BA-8246-9631-1315D413446E}"/>
              </a:ext>
            </a:extLst>
          </p:cNvPr>
          <p:cNvCxnSpPr>
            <a:cxnSpLocks/>
          </p:cNvCxnSpPr>
          <p:nvPr/>
        </p:nvCxnSpPr>
        <p:spPr>
          <a:xfrm>
            <a:off x="6335396" y="3653778"/>
            <a:ext cx="139396" cy="44801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075431-7F53-3144-B866-4235DCB9FA13}"/>
                  </a:ext>
                </a:extLst>
              </p:cNvPr>
              <p:cNvSpPr txBox="1"/>
              <p:nvPr/>
            </p:nvSpPr>
            <p:spPr>
              <a:xfrm>
                <a:off x="6813278" y="3281651"/>
                <a:ext cx="41280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075431-7F53-3144-B866-4235DCB9F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278" y="3281651"/>
                <a:ext cx="412805" cy="461665"/>
              </a:xfrm>
              <a:prstGeom prst="rect">
                <a:avLst/>
              </a:prstGeom>
              <a:blipFill>
                <a:blip r:embed="rId12"/>
                <a:stretch>
                  <a:fillRect l="-21212" r="-9091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134040-F820-DB42-BADA-072E1D644F2F}"/>
                  </a:ext>
                </a:extLst>
              </p:cNvPr>
              <p:cNvSpPr txBox="1"/>
              <p:nvPr/>
            </p:nvSpPr>
            <p:spPr>
              <a:xfrm>
                <a:off x="6009595" y="3551336"/>
                <a:ext cx="45268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134040-F820-DB42-BADA-072E1D644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595" y="3551336"/>
                <a:ext cx="452688" cy="461665"/>
              </a:xfrm>
              <a:prstGeom prst="rect">
                <a:avLst/>
              </a:prstGeom>
              <a:blipFill>
                <a:blip r:embed="rId13"/>
                <a:stretch>
                  <a:fillRect l="-19444" r="-8333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28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13</cp:revision>
  <dcterms:created xsi:type="dcterms:W3CDTF">2017-08-02T13:05:09Z</dcterms:created>
  <dcterms:modified xsi:type="dcterms:W3CDTF">2021-07-26T13:11:35Z</dcterms:modified>
</cp:coreProperties>
</file>