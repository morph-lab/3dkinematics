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6508D-B1C8-B14F-8A13-09CD43450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3BFD21-422C-3E49-A742-7DA12B09BE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20AF2-467F-D247-B2E6-3370E7EA1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5570F5-7091-AF48-8E39-A621E91B0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38B86-F29E-BC4D-B74F-0E07974B7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26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497B-64C7-8844-84B2-5A7A85A8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0B026-070B-8F4D-99DE-489759C5F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70B51-C739-2942-87D7-2CBA2A16B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B909-06FE-7940-8A2D-ACBCECD05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3FBDB-1409-4D40-BE9D-5982916B8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70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D45E-E9C3-BD43-9916-AFD3684E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87F12-58AF-C149-BA7E-70AE63089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A80B9-E31C-294F-A0CC-4EB9DE93A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CD4DA-8C61-4D4E-8A7D-CA7D6562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CBBB8-F926-5847-923B-EB1F3630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3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6485-86B1-8043-9D4D-1FCD8487A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F1F27-FB04-E74D-9AA4-31D9A26A0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DE667-CDF8-1D49-9E1A-65330A268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B8C3A5-4860-0741-9B92-63195132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876A91-FF0E-494D-9D78-45DDD0E4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245A13-A1F4-E648-A658-0E379812A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748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56459-E9CD-6C45-8BB8-59277B5A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96B9F5-1ABA-2743-8A30-24F34AAFB7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98D9C-5194-2943-AA6B-1CF611BF6C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98C13-A99F-154C-A903-1A057E59F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97D806-65B7-9041-B573-AD5CB993E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B9B01E-793C-8440-8399-547E40DB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0F87C-49E4-A147-8F5A-126F10FBD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B12E0-DFD4-7D42-9811-79E8D5D2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01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AD646-B3A8-8944-A44F-1BAF8EA79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FBE96B-D6DD-0C44-B78C-94D02DA90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50F4AC-2A3D-1A44-AD02-B48208B5D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9F5F59-0E06-D44D-B9BE-4F723ED9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53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F62EB8-22A7-4342-BF04-375BA4DC6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CB7ED2-193D-FE4E-912B-FFFAC3E84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2FBE5-0366-F240-A497-968ADB752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51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1A972-6B85-9C4D-8206-3FF82D376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8DE2F-E739-654D-B7DB-E2109BA9C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429FB-9F81-B943-85B3-74AFF6074C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F744D6-6024-BF40-BA40-319BCD344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050706-559C-A140-813E-F8C0DC696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C3E53-35AC-5644-BD9C-AE51815BA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F0E35-1BB8-B842-98FB-D3DA0B2E5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6A03D-1748-2042-AB4C-5C8D73B16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01238-FE5C-2348-AFC9-2F1AD00138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D2A18-C00F-7A40-92C1-69A0BBE99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DFC1A-DD71-1D4D-BD1B-C449E89E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CDCFB-015C-B540-B46A-FCC2F24B9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83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2A65-8C73-9844-9111-130622FA2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A4FD3-3B4E-4543-A97E-65FF956D5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29BD4-041E-EF4B-A190-9FA48F39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692E8-769F-1647-A19D-6F83FFFFD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79A03-5181-AB49-B18B-B1813F49F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37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2D8DAC-2FBA-3942-AF0C-9BADC9D14E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4E7E1-13F7-D044-9C01-54F8030684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BEEEB-69D0-E84A-AD49-CB211C85C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B072B-25C2-A944-9AAC-987B5ACFE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0D1AF-211B-5D4B-B59A-44AFF5B1E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3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CE7272-7FAB-E14D-892F-2A23E957D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504FCA-3982-5D44-B0A9-4F9D41DBB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43CCF-7062-1740-BA1E-552CFB5D7B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08E49-2417-5648-865D-CBD54C19F608}" type="datetimeFigureOut">
              <a:rPr lang="en-US" smtClean="0"/>
              <a:t>7/22/20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BCB14-C7F4-DE46-83DB-2588B1B7B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6C543-862E-ED43-BC54-AA38006B9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057ED-8BBD-794B-A3BD-A8C5B0FFA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746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3">
            <a:extLst>
              <a:ext uri="{FF2B5EF4-FFF2-40B4-BE49-F238E27FC236}">
                <a16:creationId xmlns:a16="http://schemas.microsoft.com/office/drawing/2014/main" id="{654ADCD6-A108-A840-AE30-1FC3A7EEE9D2}"/>
              </a:ext>
            </a:extLst>
          </p:cNvPr>
          <p:cNvSpPr/>
          <p:nvPr/>
        </p:nvSpPr>
        <p:spPr>
          <a:xfrm rot="16200000">
            <a:off x="1621034" y="393551"/>
            <a:ext cx="6673901" cy="7483625"/>
          </a:xfrm>
          <a:prstGeom prst="arc">
            <a:avLst>
              <a:gd name="adj1" fmla="val 16205116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1E529FA4-DAB2-7546-923D-3F10FD7E79F1}"/>
              </a:ext>
            </a:extLst>
          </p:cNvPr>
          <p:cNvSpPr/>
          <p:nvPr/>
        </p:nvSpPr>
        <p:spPr>
          <a:xfrm rot="15876450">
            <a:off x="2078314" y="2839227"/>
            <a:ext cx="5657432" cy="4588399"/>
          </a:xfrm>
          <a:prstGeom prst="arc">
            <a:avLst>
              <a:gd name="adj1" fmla="val 18019008"/>
              <a:gd name="adj2" fmla="val 42182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06D7F6-B223-8A43-88A3-557F7A904088}"/>
              </a:ext>
            </a:extLst>
          </p:cNvPr>
          <p:cNvSpPr/>
          <p:nvPr/>
        </p:nvSpPr>
        <p:spPr>
          <a:xfrm>
            <a:off x="4675536" y="798412"/>
            <a:ext cx="522629" cy="1517405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244365-68CF-734A-89E7-D79B14F0C47A}"/>
              </a:ext>
            </a:extLst>
          </p:cNvPr>
          <p:cNvSpPr/>
          <p:nvPr/>
        </p:nvSpPr>
        <p:spPr>
          <a:xfrm rot="16200000">
            <a:off x="1713559" y="3296446"/>
            <a:ext cx="522629" cy="1517405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B514AFAB-ACBF-0643-974F-287DDF4443EA}"/>
              </a:ext>
            </a:extLst>
          </p:cNvPr>
          <p:cNvSpPr/>
          <p:nvPr/>
        </p:nvSpPr>
        <p:spPr>
          <a:xfrm rot="15876450">
            <a:off x="1941191" y="2212788"/>
            <a:ext cx="6179138" cy="5555658"/>
          </a:xfrm>
          <a:prstGeom prst="arc">
            <a:avLst>
              <a:gd name="adj1" fmla="val 17642112"/>
              <a:gd name="adj2" fmla="val 282772"/>
            </a:avLst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EEDF738B-220C-F240-BEC0-BDF617A24B3B}"/>
              </a:ext>
            </a:extLst>
          </p:cNvPr>
          <p:cNvSpPr/>
          <p:nvPr/>
        </p:nvSpPr>
        <p:spPr>
          <a:xfrm rot="15876450">
            <a:off x="1366279" y="1398135"/>
            <a:ext cx="7020951" cy="6690966"/>
          </a:xfrm>
          <a:prstGeom prst="arc">
            <a:avLst>
              <a:gd name="adj1" fmla="val 17158513"/>
              <a:gd name="adj2" fmla="val 304803"/>
            </a:avLst>
          </a:prstGeom>
          <a:ln w="762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206AEC24-F82E-6A40-95FD-1083EE2A78F9}"/>
              </a:ext>
            </a:extLst>
          </p:cNvPr>
          <p:cNvSpPr/>
          <p:nvPr/>
        </p:nvSpPr>
        <p:spPr>
          <a:xfrm rot="15876450">
            <a:off x="1584770" y="1548582"/>
            <a:ext cx="7020951" cy="6690966"/>
          </a:xfrm>
          <a:prstGeom prst="arc">
            <a:avLst>
              <a:gd name="adj1" fmla="val 17449505"/>
              <a:gd name="adj2" fmla="val 304803"/>
            </a:avLst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8D1989-1964-DB41-928C-CBDCB84FDD64}"/>
              </a:ext>
            </a:extLst>
          </p:cNvPr>
          <p:cNvSpPr/>
          <p:nvPr/>
        </p:nvSpPr>
        <p:spPr>
          <a:xfrm>
            <a:off x="4807180" y="1132561"/>
            <a:ext cx="69574" cy="20736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ED0C302-3586-2F48-8679-2DFA645DCEE9}"/>
              </a:ext>
            </a:extLst>
          </p:cNvPr>
          <p:cNvSpPr/>
          <p:nvPr/>
        </p:nvSpPr>
        <p:spPr>
          <a:xfrm rot="16200000">
            <a:off x="1534930" y="4031681"/>
            <a:ext cx="69574" cy="207363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660EA13-98A1-3D44-8242-2D3798CC2BC9}"/>
              </a:ext>
            </a:extLst>
          </p:cNvPr>
          <p:cNvSpPr/>
          <p:nvPr/>
        </p:nvSpPr>
        <p:spPr>
          <a:xfrm>
            <a:off x="5060457" y="1295856"/>
            <a:ext cx="69574" cy="20736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6FAC8A0-DEE6-F543-885A-249A40629AE1}"/>
              </a:ext>
            </a:extLst>
          </p:cNvPr>
          <p:cNvSpPr/>
          <p:nvPr/>
        </p:nvSpPr>
        <p:spPr>
          <a:xfrm rot="16200000">
            <a:off x="1825275" y="3887303"/>
            <a:ext cx="69574" cy="207363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78BFA51-19EF-EC43-91AC-E86FF375CEBE}"/>
              </a:ext>
            </a:extLst>
          </p:cNvPr>
          <p:cNvSpPr/>
          <p:nvPr/>
        </p:nvSpPr>
        <p:spPr>
          <a:xfrm rot="16200000">
            <a:off x="2316795" y="3960638"/>
            <a:ext cx="69574" cy="20736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920D596-2F57-354C-AB72-B29195043A7D}"/>
              </a:ext>
            </a:extLst>
          </p:cNvPr>
          <p:cNvSpPr/>
          <p:nvPr/>
        </p:nvSpPr>
        <p:spPr>
          <a:xfrm>
            <a:off x="4957984" y="1798082"/>
            <a:ext cx="69574" cy="207363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15709C8-5F23-4647-855A-BFC08CBBFB17}"/>
              </a:ext>
            </a:extLst>
          </p:cNvPr>
          <p:cNvSpPr/>
          <p:nvPr/>
        </p:nvSpPr>
        <p:spPr>
          <a:xfrm>
            <a:off x="6904908" y="717544"/>
            <a:ext cx="1494065" cy="1517405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91B960-F2DF-8E42-8FA0-AF8A442953B4}"/>
              </a:ext>
            </a:extLst>
          </p:cNvPr>
          <p:cNvSpPr/>
          <p:nvPr/>
        </p:nvSpPr>
        <p:spPr>
          <a:xfrm>
            <a:off x="8010060" y="1322554"/>
            <a:ext cx="183658" cy="188917"/>
          </a:xfrm>
          <a:prstGeom prst="ellipse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B600176-88A4-CE41-ABD1-6A2B793D6845}"/>
              </a:ext>
            </a:extLst>
          </p:cNvPr>
          <p:cNvSpPr/>
          <p:nvPr/>
        </p:nvSpPr>
        <p:spPr>
          <a:xfrm>
            <a:off x="7400756" y="1786250"/>
            <a:ext cx="183658" cy="18891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0354923-C702-B34C-8852-CC7B63F13F29}"/>
              </a:ext>
            </a:extLst>
          </p:cNvPr>
          <p:cNvSpPr/>
          <p:nvPr/>
        </p:nvSpPr>
        <p:spPr>
          <a:xfrm>
            <a:off x="7308927" y="1082523"/>
            <a:ext cx="183658" cy="188917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DE12703-3C75-1F42-A185-84277111BC04}"/>
              </a:ext>
            </a:extLst>
          </p:cNvPr>
          <p:cNvSpPr/>
          <p:nvPr/>
        </p:nvSpPr>
        <p:spPr>
          <a:xfrm>
            <a:off x="7233490" y="1060776"/>
            <a:ext cx="894522" cy="844239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F550207-7090-E94E-82CF-AA2B0EDF30B6}"/>
              </a:ext>
            </a:extLst>
          </p:cNvPr>
          <p:cNvCxnSpPr>
            <a:cxnSpLocks/>
            <a:endCxn id="18" idx="6"/>
          </p:cNvCxnSpPr>
          <p:nvPr/>
        </p:nvCxnSpPr>
        <p:spPr>
          <a:xfrm flipV="1">
            <a:off x="7651940" y="1476247"/>
            <a:ext cx="747033" cy="17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21BF890-46DD-7744-A5F8-F7068480FB77}"/>
              </a:ext>
            </a:extLst>
          </p:cNvPr>
          <p:cNvCxnSpPr>
            <a:cxnSpLocks/>
          </p:cNvCxnSpPr>
          <p:nvPr/>
        </p:nvCxnSpPr>
        <p:spPr>
          <a:xfrm flipV="1">
            <a:off x="7673521" y="1140194"/>
            <a:ext cx="151053" cy="355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F4FDA4E-3590-B946-B8DE-038DEC6A24E7}"/>
                  </a:ext>
                </a:extLst>
              </p:cNvPr>
              <p:cNvSpPr txBox="1"/>
              <p:nvPr/>
            </p:nvSpPr>
            <p:spPr>
              <a:xfrm>
                <a:off x="8162109" y="1185347"/>
                <a:ext cx="2362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F4FDA4E-3590-B946-B8DE-038DEC6A2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2109" y="1185347"/>
                <a:ext cx="236219" cy="276999"/>
              </a:xfrm>
              <a:prstGeom prst="rect">
                <a:avLst/>
              </a:prstGeom>
              <a:blipFill>
                <a:blip r:embed="rId2"/>
                <a:stretch>
                  <a:fillRect l="-1578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0CE783-1663-0140-BB0A-B2BF894BE4D1}"/>
                  </a:ext>
                </a:extLst>
              </p:cNvPr>
              <p:cNvSpPr txBox="1"/>
              <p:nvPr/>
            </p:nvSpPr>
            <p:spPr>
              <a:xfrm>
                <a:off x="7768158" y="1160250"/>
                <a:ext cx="2111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D0CE783-1663-0140-BB0A-B2BF894BE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158" y="1160250"/>
                <a:ext cx="211148" cy="276999"/>
              </a:xfrm>
              <a:prstGeom prst="rect">
                <a:avLst/>
              </a:prstGeom>
              <a:blipFill>
                <a:blip r:embed="rId3"/>
                <a:stretch>
                  <a:fillRect l="-18750" r="-625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Arc 32">
            <a:extLst>
              <a:ext uri="{FF2B5EF4-FFF2-40B4-BE49-F238E27FC236}">
                <a16:creationId xmlns:a16="http://schemas.microsoft.com/office/drawing/2014/main" id="{14017243-FFA1-A547-9A01-33FE9A51C198}"/>
              </a:ext>
            </a:extLst>
          </p:cNvPr>
          <p:cNvSpPr/>
          <p:nvPr/>
        </p:nvSpPr>
        <p:spPr>
          <a:xfrm rot="15876450">
            <a:off x="1707353" y="1700982"/>
            <a:ext cx="7020951" cy="6690966"/>
          </a:xfrm>
          <a:prstGeom prst="arc">
            <a:avLst>
              <a:gd name="adj1" fmla="val 17515819"/>
              <a:gd name="adj2" fmla="val 21597003"/>
            </a:avLst>
          </a:prstGeom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CA014FF-70CD-DC46-B753-AC0B71FB516E}"/>
                  </a:ext>
                </a:extLst>
              </p:cNvPr>
              <p:cNvSpPr txBox="1"/>
              <p:nvPr/>
            </p:nvSpPr>
            <p:spPr>
              <a:xfrm>
                <a:off x="2967992" y="1410684"/>
                <a:ext cx="238207" cy="299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CA014FF-70CD-DC46-B753-AC0B71FB51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7992" y="1410684"/>
                <a:ext cx="238207" cy="299569"/>
              </a:xfrm>
              <a:prstGeom prst="rect">
                <a:avLst/>
              </a:prstGeom>
              <a:blipFill>
                <a:blip r:embed="rId4"/>
                <a:stretch>
                  <a:fillRect l="-26316" r="-5263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5134282-78ED-6144-B020-40718303F23A}"/>
                  </a:ext>
                </a:extLst>
              </p:cNvPr>
              <p:cNvSpPr txBox="1"/>
              <p:nvPr/>
            </p:nvSpPr>
            <p:spPr>
              <a:xfrm>
                <a:off x="3206101" y="1936573"/>
                <a:ext cx="2400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5134282-78ED-6144-B020-40718303F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101" y="1936573"/>
                <a:ext cx="240066" cy="276999"/>
              </a:xfrm>
              <a:prstGeom prst="rect">
                <a:avLst/>
              </a:prstGeom>
              <a:blipFill>
                <a:blip r:embed="rId5"/>
                <a:stretch>
                  <a:fillRect l="-26316" r="-526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7F93DBF-DE2C-664E-BD85-53DFFDAA8E95}"/>
                  </a:ext>
                </a:extLst>
              </p:cNvPr>
              <p:cNvSpPr txBox="1"/>
              <p:nvPr/>
            </p:nvSpPr>
            <p:spPr>
              <a:xfrm>
                <a:off x="3446167" y="2394485"/>
                <a:ext cx="2296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7F93DBF-DE2C-664E-BD85-53DFFDAA8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6167" y="2394485"/>
                <a:ext cx="229678" cy="276999"/>
              </a:xfrm>
              <a:prstGeom prst="rect">
                <a:avLst/>
              </a:prstGeom>
              <a:blipFill>
                <a:blip r:embed="rId6"/>
                <a:stretch>
                  <a:fillRect l="-2105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5A9D9A-AF84-184E-88C3-FF0D1A48875B}"/>
                  </a:ext>
                </a:extLst>
              </p:cNvPr>
              <p:cNvSpPr txBox="1"/>
              <p:nvPr/>
            </p:nvSpPr>
            <p:spPr>
              <a:xfrm>
                <a:off x="3783622" y="1729605"/>
                <a:ext cx="22487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E5A9D9A-AF84-184E-88C3-FF0D1A488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3622" y="1729605"/>
                <a:ext cx="224870" cy="276999"/>
              </a:xfrm>
              <a:prstGeom prst="rect">
                <a:avLst/>
              </a:prstGeom>
              <a:blipFill>
                <a:blip r:embed="rId7"/>
                <a:stretch>
                  <a:fillRect l="-21053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4BA26D4-3ED9-1A47-ABC0-6B8E7F17A71D}"/>
              </a:ext>
            </a:extLst>
          </p:cNvPr>
          <p:cNvCxnSpPr>
            <a:cxnSpLocks/>
          </p:cNvCxnSpPr>
          <p:nvPr/>
        </p:nvCxnSpPr>
        <p:spPr>
          <a:xfrm>
            <a:off x="4907030" y="1546924"/>
            <a:ext cx="673408" cy="3478003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317C272-AA10-504A-8DC0-BA30C1DB9887}"/>
              </a:ext>
            </a:extLst>
          </p:cNvPr>
          <p:cNvCxnSpPr>
            <a:cxnSpLocks/>
          </p:cNvCxnSpPr>
          <p:nvPr/>
        </p:nvCxnSpPr>
        <p:spPr>
          <a:xfrm>
            <a:off x="2010854" y="4099107"/>
            <a:ext cx="3598957" cy="92582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B7BE3C-DBEF-6543-B2E7-7D3AD754605D}"/>
                  </a:ext>
                </a:extLst>
              </p:cNvPr>
              <p:cNvSpPr txBox="1"/>
              <p:nvPr/>
            </p:nvSpPr>
            <p:spPr>
              <a:xfrm>
                <a:off x="5282325" y="2896140"/>
                <a:ext cx="59958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8B7BE3C-DBEF-6543-B2E7-7D3AD7546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325" y="2896140"/>
                <a:ext cx="599587" cy="520399"/>
              </a:xfrm>
              <a:prstGeom prst="rect">
                <a:avLst/>
              </a:prstGeom>
              <a:blipFill>
                <a:blip r:embed="rId8"/>
                <a:stretch>
                  <a:fillRect l="-4167" t="-4878" r="-8333"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Arc 45">
            <a:extLst>
              <a:ext uri="{FF2B5EF4-FFF2-40B4-BE49-F238E27FC236}">
                <a16:creationId xmlns:a16="http://schemas.microsoft.com/office/drawing/2014/main" id="{1C5B6111-06D1-3747-9FF1-5587CBC6BD68}"/>
              </a:ext>
            </a:extLst>
          </p:cNvPr>
          <p:cNvSpPr/>
          <p:nvPr/>
        </p:nvSpPr>
        <p:spPr>
          <a:xfrm rot="16484173">
            <a:off x="4589459" y="4201315"/>
            <a:ext cx="1418238" cy="1204777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510EEB1-CDEF-C14D-9337-9F33B168BE9C}"/>
                  </a:ext>
                </a:extLst>
              </p:cNvPr>
              <p:cNvSpPr txBox="1"/>
              <p:nvPr/>
            </p:nvSpPr>
            <p:spPr>
              <a:xfrm>
                <a:off x="4705666" y="4080898"/>
                <a:ext cx="19774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510EEB1-CDEF-C14D-9337-9F33B168B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5666" y="4080898"/>
                <a:ext cx="197746" cy="276999"/>
              </a:xfrm>
              <a:prstGeom prst="rect">
                <a:avLst/>
              </a:prstGeom>
              <a:blipFill>
                <a:blip r:embed="rId9"/>
                <a:stretch>
                  <a:fillRect l="-18750" r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8FA73C2-1CC3-0B41-97B1-AEE503CB9BE3}"/>
                  </a:ext>
                </a:extLst>
              </p:cNvPr>
              <p:cNvSpPr txBox="1"/>
              <p:nvPr/>
            </p:nvSpPr>
            <p:spPr>
              <a:xfrm>
                <a:off x="7740329" y="3151102"/>
                <a:ext cx="599587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𝜅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8FA73C2-1CC3-0B41-97B1-AEE503CB9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0329" y="3151102"/>
                <a:ext cx="599587" cy="520399"/>
              </a:xfrm>
              <a:prstGeom prst="rect">
                <a:avLst/>
              </a:prstGeom>
              <a:blipFill>
                <a:blip r:embed="rId10"/>
                <a:stretch>
                  <a:fillRect l="-2041" t="-2381" r="-6122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Oval 50">
            <a:extLst>
              <a:ext uri="{FF2B5EF4-FFF2-40B4-BE49-F238E27FC236}">
                <a16:creationId xmlns:a16="http://schemas.microsoft.com/office/drawing/2014/main" id="{15C3DBDC-1D2D-3E45-9B46-0431A2089BDF}"/>
              </a:ext>
            </a:extLst>
          </p:cNvPr>
          <p:cNvSpPr/>
          <p:nvPr/>
        </p:nvSpPr>
        <p:spPr>
          <a:xfrm rot="16200000">
            <a:off x="7450585" y="3717029"/>
            <a:ext cx="522629" cy="1572134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966174A-4E25-D54E-94D0-17FB44070FAD}"/>
              </a:ext>
            </a:extLst>
          </p:cNvPr>
          <p:cNvCxnSpPr>
            <a:cxnSpLocks/>
          </p:cNvCxnSpPr>
          <p:nvPr/>
        </p:nvCxnSpPr>
        <p:spPr>
          <a:xfrm>
            <a:off x="7676243" y="1517429"/>
            <a:ext cx="92997" cy="3529036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9997D8C-1FB0-0C4B-8AD1-E5B9B31181F1}"/>
              </a:ext>
            </a:extLst>
          </p:cNvPr>
          <p:cNvCxnSpPr>
            <a:cxnSpLocks/>
            <a:stCxn id="18" idx="2"/>
            <a:endCxn id="51" idx="0"/>
          </p:cNvCxnSpPr>
          <p:nvPr/>
        </p:nvCxnSpPr>
        <p:spPr>
          <a:xfrm>
            <a:off x="6904908" y="1476247"/>
            <a:ext cx="20925" cy="3026849"/>
          </a:xfrm>
          <a:prstGeom prst="line">
            <a:avLst/>
          </a:prstGeom>
          <a:ln w="3810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BE1CF10-B0DD-DC49-B89D-640E992497B6}"/>
              </a:ext>
            </a:extLst>
          </p:cNvPr>
          <p:cNvCxnSpPr>
            <a:cxnSpLocks/>
            <a:stCxn id="18" idx="6"/>
          </p:cNvCxnSpPr>
          <p:nvPr/>
        </p:nvCxnSpPr>
        <p:spPr>
          <a:xfrm>
            <a:off x="8398973" y="1476247"/>
            <a:ext cx="89448" cy="2975010"/>
          </a:xfrm>
          <a:prstGeom prst="line">
            <a:avLst/>
          </a:prstGeom>
          <a:ln w="38100">
            <a:solidFill>
              <a:schemeClr val="bg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967E3E-41D4-EB47-9874-4F5AC4BCC5B6}"/>
              </a:ext>
            </a:extLst>
          </p:cNvPr>
          <p:cNvCxnSpPr/>
          <p:nvPr/>
        </p:nvCxnSpPr>
        <p:spPr>
          <a:xfrm flipV="1">
            <a:off x="2010854" y="4064319"/>
            <a:ext cx="1997638" cy="34788"/>
          </a:xfrm>
          <a:prstGeom prst="straightConnector1">
            <a:avLst/>
          </a:prstGeom>
          <a:ln w="28575">
            <a:solidFill>
              <a:schemeClr val="tx1">
                <a:alpha val="3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2524E11-AA1C-8F42-96A0-A33228494F1F}"/>
              </a:ext>
            </a:extLst>
          </p:cNvPr>
          <p:cNvCxnSpPr>
            <a:cxnSpLocks/>
          </p:cNvCxnSpPr>
          <p:nvPr/>
        </p:nvCxnSpPr>
        <p:spPr>
          <a:xfrm flipH="1">
            <a:off x="1968907" y="4080837"/>
            <a:ext cx="16829" cy="1308633"/>
          </a:xfrm>
          <a:prstGeom prst="straightConnector1">
            <a:avLst/>
          </a:prstGeom>
          <a:ln w="28575">
            <a:solidFill>
              <a:schemeClr val="tx1">
                <a:alpha val="34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43DC21F1-BD31-2A4F-98B3-99399F969FA8}"/>
              </a:ext>
            </a:extLst>
          </p:cNvPr>
          <p:cNvCxnSpPr>
            <a:cxnSpLocks/>
          </p:cNvCxnSpPr>
          <p:nvPr/>
        </p:nvCxnSpPr>
        <p:spPr>
          <a:xfrm flipH="1" flipV="1">
            <a:off x="1960364" y="1515743"/>
            <a:ext cx="16849" cy="2518335"/>
          </a:xfrm>
          <a:prstGeom prst="straightConnector1">
            <a:avLst/>
          </a:prstGeom>
          <a:ln w="28575">
            <a:solidFill>
              <a:schemeClr val="tx1">
                <a:alpha val="3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c 40">
            <a:extLst>
              <a:ext uri="{FF2B5EF4-FFF2-40B4-BE49-F238E27FC236}">
                <a16:creationId xmlns:a16="http://schemas.microsoft.com/office/drawing/2014/main" id="{9CA9E83D-BB2C-EA42-BC55-1F26D2615DD8}"/>
              </a:ext>
            </a:extLst>
          </p:cNvPr>
          <p:cNvSpPr/>
          <p:nvPr/>
        </p:nvSpPr>
        <p:spPr>
          <a:xfrm rot="6893879">
            <a:off x="1587203" y="3239354"/>
            <a:ext cx="1401417" cy="1561712"/>
          </a:xfrm>
          <a:prstGeom prst="arc">
            <a:avLst/>
          </a:prstGeom>
          <a:ln w="381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B1CE16D-B156-B64D-8545-5462505068E2}"/>
                  </a:ext>
                </a:extLst>
              </p:cNvPr>
              <p:cNvSpPr txBox="1"/>
              <p:nvPr/>
            </p:nvSpPr>
            <p:spPr>
              <a:xfrm>
                <a:off x="2368578" y="4394418"/>
                <a:ext cx="2149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B1CE16D-B156-B64D-8545-546250506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578" y="4394418"/>
                <a:ext cx="214931" cy="276999"/>
              </a:xfrm>
              <a:prstGeom prst="rect">
                <a:avLst/>
              </a:prstGeom>
              <a:blipFill>
                <a:blip r:embed="rId11"/>
                <a:stretch>
                  <a:fillRect l="-35294" r="-3529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613EF94-3762-9F49-823F-8FC70AED427C}"/>
                  </a:ext>
                </a:extLst>
              </p:cNvPr>
              <p:cNvSpPr txBox="1"/>
              <p:nvPr/>
            </p:nvSpPr>
            <p:spPr>
              <a:xfrm>
                <a:off x="1646223" y="5061412"/>
                <a:ext cx="1833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613EF94-3762-9F49-823F-8FC70AED4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223" y="5061412"/>
                <a:ext cx="183319" cy="276999"/>
              </a:xfrm>
              <a:prstGeom prst="rect">
                <a:avLst/>
              </a:prstGeom>
              <a:blipFill>
                <a:blip r:embed="rId12"/>
                <a:stretch>
                  <a:fillRect l="-13333"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891C719-D168-5B4A-89E2-EF3A0A731461}"/>
                  </a:ext>
                </a:extLst>
              </p:cNvPr>
              <p:cNvSpPr txBox="1"/>
              <p:nvPr/>
            </p:nvSpPr>
            <p:spPr>
              <a:xfrm>
                <a:off x="3827260" y="3701840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8891C719-D168-5B4A-89E2-EF3A0A731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27260" y="3701840"/>
                <a:ext cx="186718" cy="276999"/>
              </a:xfrm>
              <a:prstGeom prst="rect">
                <a:avLst/>
              </a:prstGeom>
              <a:blipFill>
                <a:blip r:embed="rId13"/>
                <a:stretch>
                  <a:fillRect l="-25000" r="-25000" b="-26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57AE18-A7DB-374D-A87E-B69E4AF9E549}"/>
                  </a:ext>
                </a:extLst>
              </p:cNvPr>
              <p:cNvSpPr txBox="1"/>
              <p:nvPr/>
            </p:nvSpPr>
            <p:spPr>
              <a:xfrm>
                <a:off x="1712537" y="1418614"/>
                <a:ext cx="16908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957AE18-A7DB-374D-A87E-B69E4AF9E5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2537" y="1418614"/>
                <a:ext cx="169085" cy="276999"/>
              </a:xfrm>
              <a:prstGeom prst="rect">
                <a:avLst/>
              </a:prstGeom>
              <a:blipFill>
                <a:blip r:embed="rId14"/>
                <a:stretch>
                  <a:fillRect l="-14286" r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8632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17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Nanayakkara, Thrishantha</dc:creator>
  <cp:lastModifiedBy>Nanayakkara, Thrishantha</cp:lastModifiedBy>
  <cp:revision>9</cp:revision>
  <dcterms:created xsi:type="dcterms:W3CDTF">2020-07-21T19:13:05Z</dcterms:created>
  <dcterms:modified xsi:type="dcterms:W3CDTF">2020-07-22T09:46:36Z</dcterms:modified>
</cp:coreProperties>
</file>