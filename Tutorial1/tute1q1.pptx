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ED55-8595-2E47-8A4B-C6A516002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FFBD8-C48D-6E40-B27C-28A27DBC4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A58B1-3A87-3F48-9726-7ED2FD87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4A5A-0081-994E-8FE1-CF4E6111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68608-5E61-1247-94DE-673067E8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5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CE0C-B4F2-7642-AFB7-C0F22050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774E-A0A1-B044-A7BA-0DEEEE933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73D55-05F1-194A-B102-B397AC84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C1D78-BFB2-8C40-998E-07658A41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EF21A-C110-FB45-8CCD-70B93CE4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5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3B272-1773-A74F-96FE-083B67515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59CF2-F462-6B44-A0F3-03799F219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2320D-0C99-9D41-B84E-432E15592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B63DE-72DF-A34A-9CBB-85ECBD0AD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258DF-D037-8F4A-BD43-572E1D67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90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8385D-B9D7-4845-9E8B-FDAA08DE3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58D3A-9437-4749-8378-2E7D3BCDE9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EB8CE-495C-C441-83CB-3A2CD1B36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5BBE6-FF20-A14F-BD2D-F0650198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3494C-CEEA-6142-887C-D37E2396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EEAF1-36AB-504A-AD9D-2AD1EC4D5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2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62C0-CDFC-9F48-A1A6-577BA55B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6D0C2-AB45-2E46-A060-DB1E1598B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09835-8B19-E84C-99DD-DD5847071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8C047-DE06-3145-9B30-16815B255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88E8A-903E-994E-83DC-BF9882814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5E39-C3E0-294B-A1D5-65C40DCB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DBBAEC-4394-1046-A3BD-D43CFC16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F98DD-42B7-BF43-BB60-E16F784E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5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897A-1FCE-ED4A-A06E-049F6413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4BE270-8681-4046-9F7F-C46AF3F69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6F9F0-A447-3B42-8D34-E4511BBE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717FB-2D30-8C48-A655-0305ADF5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4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518E29-CA50-A449-B5AB-0CE954BD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A1BFC6-3BF2-844B-A543-82A7EFB4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0064D-E247-434E-B5D3-BC2A1A74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3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FFC9-6B63-784E-8040-AF0B8A5A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48E97-8F62-744D-B383-1ABE59D2B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A3B66-A540-7240-AA06-169866702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EFA40-C09D-5A4C-97A1-1ED2C167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521A9-A786-BF45-92DA-99C69C59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5B8D6-1A9B-ED45-898B-38389B77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5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EB74D-5201-1646-96BC-F8681799C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099FE-97BE-9648-BD15-CED1434E9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4064A-3C24-C844-9985-4136E2A49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9FE6B-7997-B54E-82E3-AF69E623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5A1F5-2CB1-D649-B010-099D7A41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E35A0-4966-414B-B19D-56604A46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0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9E5C-4B71-F949-A655-09FE399F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72ABB-70CB-0545-82DA-B3EF6AFA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5C1D4-36F8-3C41-A6A8-474BD2FB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E8038-7687-F14B-BB65-2D24012D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36BFB-B630-7D43-B5DC-96A41DAA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5DE73-73B7-0248-BE3F-36CBC000F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691C0-C4FA-1049-80D0-3EC51E482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4A4D0-E1DA-0E43-AD1B-F9A47B51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6CA6F-A22D-5B41-887F-F38DD45F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CC0A5-9095-E64A-94FA-3AB78317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5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53202-B2FE-5E45-8B87-81E3B0F5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8ABA0-F8D2-1B41-B4AB-CDA311214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2E9A-9815-4B43-A83C-BC65426BB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3EDD5-7440-B242-99FE-25F6010E53A0}" type="datetimeFigureOut">
              <a:rPr lang="en-US" smtClean="0"/>
              <a:t>6/23/21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6696B-6A3E-E649-8538-CB448E16C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585D4-E85C-7A4E-AD4C-AD567958E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A6730-5175-694C-B35A-F074A0FA9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8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4511F3-94F3-DA4C-B4CC-9AD5FD9F2711}"/>
              </a:ext>
            </a:extLst>
          </p:cNvPr>
          <p:cNvCxnSpPr/>
          <p:nvPr/>
        </p:nvCxnSpPr>
        <p:spPr>
          <a:xfrm>
            <a:off x="2244246" y="2747002"/>
            <a:ext cx="2041742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6E83E8-438B-9E46-AEC9-842B49510C28}"/>
              </a:ext>
            </a:extLst>
          </p:cNvPr>
          <p:cNvCxnSpPr>
            <a:cxnSpLocks/>
          </p:cNvCxnSpPr>
          <p:nvPr/>
        </p:nvCxnSpPr>
        <p:spPr>
          <a:xfrm flipV="1">
            <a:off x="2244246" y="887185"/>
            <a:ext cx="0" cy="185981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mming Junction 8">
            <a:extLst>
              <a:ext uri="{FF2B5EF4-FFF2-40B4-BE49-F238E27FC236}">
                <a16:creationId xmlns:a16="http://schemas.microsoft.com/office/drawing/2014/main" id="{BC931E39-BC9A-2446-9B4B-4578CD66E114}"/>
              </a:ext>
            </a:extLst>
          </p:cNvPr>
          <p:cNvSpPr/>
          <p:nvPr/>
        </p:nvSpPr>
        <p:spPr>
          <a:xfrm>
            <a:off x="2113618" y="2610931"/>
            <a:ext cx="261257" cy="272143"/>
          </a:xfrm>
          <a:prstGeom prst="flowChartSummingJunct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8EF556-34FE-9F4C-885A-A41A9572BE7F}"/>
                  </a:ext>
                </a:extLst>
              </p:cNvPr>
              <p:cNvSpPr txBox="1"/>
              <p:nvPr/>
            </p:nvSpPr>
            <p:spPr>
              <a:xfrm>
                <a:off x="4049485" y="2883074"/>
                <a:ext cx="319703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8EF556-34FE-9F4C-885A-A41A9572B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485" y="2883074"/>
                <a:ext cx="319703" cy="284437"/>
              </a:xfrm>
              <a:prstGeom prst="rect">
                <a:avLst/>
              </a:prstGeom>
              <a:blipFill>
                <a:blip r:embed="rId2"/>
                <a:stretch>
                  <a:fillRect l="-14815" t="-21739" r="-370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8FDAB5-BFF3-B34D-961F-96B8B820882D}"/>
                  </a:ext>
                </a:extLst>
              </p:cNvPr>
              <p:cNvSpPr txBox="1"/>
              <p:nvPr/>
            </p:nvSpPr>
            <p:spPr>
              <a:xfrm>
                <a:off x="2113618" y="2883074"/>
                <a:ext cx="282321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8FDAB5-BFF3-B34D-961F-96B8B8208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18" y="2883074"/>
                <a:ext cx="282321" cy="284437"/>
              </a:xfrm>
              <a:prstGeom prst="rect">
                <a:avLst/>
              </a:prstGeom>
              <a:blipFill>
                <a:blip r:embed="rId3"/>
                <a:stretch>
                  <a:fillRect l="-17391" t="-21739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DE3454-08FE-434E-8BA4-173CFF404CCD}"/>
                  </a:ext>
                </a:extLst>
              </p:cNvPr>
              <p:cNvSpPr txBox="1"/>
              <p:nvPr/>
            </p:nvSpPr>
            <p:spPr>
              <a:xfrm>
                <a:off x="2302692" y="744966"/>
                <a:ext cx="310278" cy="284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DE3454-08FE-434E-8BA4-173CFF40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692" y="744966"/>
                <a:ext cx="310278" cy="284565"/>
              </a:xfrm>
              <a:prstGeom prst="rect">
                <a:avLst/>
              </a:prstGeom>
              <a:blipFill>
                <a:blip r:embed="rId4"/>
                <a:stretch>
                  <a:fillRect l="-16000" t="-16667" r="-4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4054C6-B60F-E14D-9E5E-B9960D4FD8B4}"/>
              </a:ext>
            </a:extLst>
          </p:cNvPr>
          <p:cNvCxnSpPr>
            <a:cxnSpLocks/>
          </p:cNvCxnSpPr>
          <p:nvPr/>
        </p:nvCxnSpPr>
        <p:spPr>
          <a:xfrm flipH="1">
            <a:off x="5110174" y="2701819"/>
            <a:ext cx="1254841" cy="87958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39FFF4-4EAA-904A-8222-88E5B1C13A5D}"/>
              </a:ext>
            </a:extLst>
          </p:cNvPr>
          <p:cNvCxnSpPr>
            <a:cxnSpLocks/>
          </p:cNvCxnSpPr>
          <p:nvPr/>
        </p:nvCxnSpPr>
        <p:spPr>
          <a:xfrm flipH="1" flipV="1">
            <a:off x="5410200" y="1240971"/>
            <a:ext cx="954814" cy="1460849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mming Junction 14">
            <a:extLst>
              <a:ext uri="{FF2B5EF4-FFF2-40B4-BE49-F238E27FC236}">
                <a16:creationId xmlns:a16="http://schemas.microsoft.com/office/drawing/2014/main" id="{305173D0-56B8-E04F-980F-9CD2D9D0A46D}"/>
              </a:ext>
            </a:extLst>
          </p:cNvPr>
          <p:cNvSpPr/>
          <p:nvPr/>
        </p:nvSpPr>
        <p:spPr>
          <a:xfrm>
            <a:off x="6234386" y="2565748"/>
            <a:ext cx="261257" cy="272143"/>
          </a:xfrm>
          <a:prstGeom prst="flowChartSummingJunct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490CD2-0F84-4A40-BE6C-BCE107144392}"/>
                  </a:ext>
                </a:extLst>
              </p:cNvPr>
              <p:cNvSpPr txBox="1"/>
              <p:nvPr/>
            </p:nvSpPr>
            <p:spPr>
              <a:xfrm>
                <a:off x="5417891" y="1002839"/>
                <a:ext cx="273986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4490CD2-0F84-4A40-BE6C-BCE107144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891" y="1002839"/>
                <a:ext cx="273986" cy="284437"/>
              </a:xfrm>
              <a:prstGeom prst="rect">
                <a:avLst/>
              </a:prstGeom>
              <a:blipFill>
                <a:blip r:embed="rId5"/>
                <a:stretch>
                  <a:fillRect l="-17391" t="-2173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98BC55-630E-2B4A-B2E6-FDA75F9794F5}"/>
                  </a:ext>
                </a:extLst>
              </p:cNvPr>
              <p:cNvSpPr txBox="1"/>
              <p:nvPr/>
            </p:nvSpPr>
            <p:spPr>
              <a:xfrm>
                <a:off x="6234386" y="2837891"/>
                <a:ext cx="301941" cy="284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98BC55-630E-2B4A-B2E6-FDA75F979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386" y="2837891"/>
                <a:ext cx="301941" cy="284565"/>
              </a:xfrm>
              <a:prstGeom prst="rect">
                <a:avLst/>
              </a:prstGeom>
              <a:blipFill>
                <a:blip r:embed="rId6"/>
                <a:stretch>
                  <a:fillRect l="-20833" t="-21739" r="-41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0C6603-D60F-BC4A-8C33-BCE65BA2C5EF}"/>
                  </a:ext>
                </a:extLst>
              </p:cNvPr>
              <p:cNvSpPr txBox="1"/>
              <p:nvPr/>
            </p:nvSpPr>
            <p:spPr>
              <a:xfrm>
                <a:off x="5244606" y="3542595"/>
                <a:ext cx="311367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70C6603-D60F-BC4A-8C33-BCE65BA2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606" y="3542595"/>
                <a:ext cx="311367" cy="284437"/>
              </a:xfrm>
              <a:prstGeom prst="rect">
                <a:avLst/>
              </a:prstGeom>
              <a:blipFill>
                <a:blip r:embed="rId7"/>
                <a:stretch>
                  <a:fillRect l="-15385" t="-16667" r="-3846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F4EAB6-4111-104F-99BF-AA7AB010DCF3}"/>
              </a:ext>
            </a:extLst>
          </p:cNvPr>
          <p:cNvCxnSpPr/>
          <p:nvPr/>
        </p:nvCxnSpPr>
        <p:spPr>
          <a:xfrm>
            <a:off x="5244606" y="2701819"/>
            <a:ext cx="250602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7744FD79-E1C8-8C4D-BFB4-6BAD6CC80046}"/>
              </a:ext>
            </a:extLst>
          </p:cNvPr>
          <p:cNvSpPr/>
          <p:nvPr/>
        </p:nvSpPr>
        <p:spPr>
          <a:xfrm>
            <a:off x="5706428" y="2239997"/>
            <a:ext cx="1055915" cy="922005"/>
          </a:xfrm>
          <a:prstGeom prst="arc">
            <a:avLst>
              <a:gd name="adj1" fmla="val 15189786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EC09232-2F1D-F346-90DF-9887D41E49C4}"/>
              </a:ext>
            </a:extLst>
          </p:cNvPr>
          <p:cNvSpPr/>
          <p:nvPr/>
        </p:nvSpPr>
        <p:spPr>
          <a:xfrm rot="16200000">
            <a:off x="5858828" y="2392397"/>
            <a:ext cx="1055915" cy="922005"/>
          </a:xfrm>
          <a:prstGeom prst="arc">
            <a:avLst>
              <a:gd name="adj1" fmla="val 17251190"/>
              <a:gd name="adj2" fmla="val 200615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1F3B640-A9C4-4D42-AB08-182498472BA4}"/>
              </a:ext>
            </a:extLst>
          </p:cNvPr>
          <p:cNvSpPr/>
          <p:nvPr/>
        </p:nvSpPr>
        <p:spPr>
          <a:xfrm rot="13464652">
            <a:off x="5650477" y="2398209"/>
            <a:ext cx="1055915" cy="922005"/>
          </a:xfrm>
          <a:prstGeom prst="arc">
            <a:avLst>
              <a:gd name="adj1" fmla="val 17251190"/>
              <a:gd name="adj2" fmla="val 2006154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A1100C-441C-7149-9EF1-C4B27C176057}"/>
                  </a:ext>
                </a:extLst>
              </p:cNvPr>
              <p:cNvSpPr txBox="1"/>
              <p:nvPr/>
            </p:nvSpPr>
            <p:spPr>
              <a:xfrm>
                <a:off x="6598675" y="2098132"/>
                <a:ext cx="7266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126.9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A1100C-441C-7149-9EF1-C4B27C176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675" y="2098132"/>
                <a:ext cx="726609" cy="276999"/>
              </a:xfrm>
              <a:prstGeom prst="rect">
                <a:avLst/>
              </a:prstGeom>
              <a:blipFill>
                <a:blip r:embed="rId8"/>
                <a:stretch>
                  <a:fillRect l="-689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B421D4-C9A6-104E-9E85-D894AFFDB52B}"/>
                  </a:ext>
                </a:extLst>
              </p:cNvPr>
              <p:cNvSpPr txBox="1"/>
              <p:nvPr/>
            </p:nvSpPr>
            <p:spPr>
              <a:xfrm>
                <a:off x="5479507" y="2342316"/>
                <a:ext cx="5983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53.1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B421D4-C9A6-104E-9E85-D894AFFDB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507" y="2342316"/>
                <a:ext cx="598369" cy="276999"/>
              </a:xfrm>
              <a:prstGeom prst="rect">
                <a:avLst/>
              </a:prstGeom>
              <a:blipFill>
                <a:blip r:embed="rId9"/>
                <a:stretch>
                  <a:fillRect l="-10417" r="-2083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198843-F06F-6C41-8BE8-CE0218038654}"/>
                  </a:ext>
                </a:extLst>
              </p:cNvPr>
              <p:cNvSpPr txBox="1"/>
              <p:nvPr/>
            </p:nvSpPr>
            <p:spPr>
              <a:xfrm>
                <a:off x="5118706" y="2864610"/>
                <a:ext cx="5983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36.9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C198843-F06F-6C41-8BE8-CE0218038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706" y="2864610"/>
                <a:ext cx="598369" cy="276999"/>
              </a:xfrm>
              <a:prstGeom prst="rect">
                <a:avLst/>
              </a:prstGeom>
              <a:blipFill>
                <a:blip r:embed="rId10"/>
                <a:stretch>
                  <a:fillRect l="-1041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5BAB00C-3434-0340-B37A-47B45BB51A1F}"/>
              </a:ext>
            </a:extLst>
          </p:cNvPr>
          <p:cNvCxnSpPr/>
          <p:nvPr/>
        </p:nvCxnSpPr>
        <p:spPr>
          <a:xfrm>
            <a:off x="2244246" y="4397829"/>
            <a:ext cx="4120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6242DF-11AA-5047-89DF-26F8CB7AF7B9}"/>
              </a:ext>
            </a:extLst>
          </p:cNvPr>
          <p:cNvCxnSpPr>
            <a:cxnSpLocks/>
          </p:cNvCxnSpPr>
          <p:nvPr/>
        </p:nvCxnSpPr>
        <p:spPr>
          <a:xfrm flipV="1">
            <a:off x="2244246" y="3381357"/>
            <a:ext cx="0" cy="116887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FAC71D-C3AD-A140-936C-241A9BCAE7A3}"/>
              </a:ext>
            </a:extLst>
          </p:cNvPr>
          <p:cNvCxnSpPr>
            <a:cxnSpLocks/>
          </p:cNvCxnSpPr>
          <p:nvPr/>
        </p:nvCxnSpPr>
        <p:spPr>
          <a:xfrm flipV="1">
            <a:off x="6365014" y="3381357"/>
            <a:ext cx="0" cy="116887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693C8E-76ED-C94A-B12F-A2C813DF8171}"/>
                  </a:ext>
                </a:extLst>
              </p:cNvPr>
              <p:cNvSpPr txBox="1"/>
              <p:nvPr/>
            </p:nvSpPr>
            <p:spPr>
              <a:xfrm>
                <a:off x="4303873" y="4120830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F693C8E-76ED-C94A-B12F-A2C813DF8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873" y="4120830"/>
                <a:ext cx="181140" cy="276999"/>
              </a:xfrm>
              <a:prstGeom prst="rect">
                <a:avLst/>
              </a:prstGeom>
              <a:blipFill>
                <a:blip r:embed="rId11"/>
                <a:stretch>
                  <a:fillRect l="-25000" r="-25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635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3</cp:revision>
  <dcterms:created xsi:type="dcterms:W3CDTF">2021-06-23T09:20:38Z</dcterms:created>
  <dcterms:modified xsi:type="dcterms:W3CDTF">2021-06-23T09:44:18Z</dcterms:modified>
</cp:coreProperties>
</file>