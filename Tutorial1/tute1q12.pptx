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napToObjects="1">
      <p:cViewPr varScale="1">
        <p:scale>
          <a:sx n="117" d="100"/>
          <a:sy n="117" d="100"/>
        </p:scale>
        <p:origin x="80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BED55-8595-2E47-8A4B-C6A5160027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DFFBD8-C48D-6E40-B27C-28A27DBC4D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5A58B1-3A87-3F48-9726-7ED2FD872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3EDD5-7440-B242-99FE-25F6010E53A0}" type="datetimeFigureOut">
              <a:rPr lang="en-US" smtClean="0"/>
              <a:t>6/23/21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954A5A-0081-994E-8FE1-CF4E61113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668608-5E61-1247-94DE-673067E85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A6730-5175-694C-B35A-F074A0FA9B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557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1CE0C-B4F2-7642-AFB7-C0F22050A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F9774E-A0A1-B044-A7BA-0DEEEE9333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573D55-05F1-194A-B102-B397AC843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3EDD5-7440-B242-99FE-25F6010E53A0}" type="datetimeFigureOut">
              <a:rPr lang="en-US" smtClean="0"/>
              <a:t>6/23/21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CC1D78-BFB2-8C40-998E-07658A410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DEF21A-C110-FB45-8CCD-70B93CE4B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A6730-5175-694C-B35A-F074A0FA9B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451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3B272-1773-A74F-96FE-083B67515C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D59CF2-F462-6B44-A0F3-03799F219D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42320D-0C99-9D41-B84E-432E15592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3EDD5-7440-B242-99FE-25F6010E53A0}" type="datetimeFigureOut">
              <a:rPr lang="en-US" smtClean="0"/>
              <a:t>6/23/21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1B63DE-72DF-A34A-9CBB-85ECBD0AD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B258DF-D037-8F4A-BD43-572E1D675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A6730-5175-694C-B35A-F074A0FA9B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7903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8385D-B9D7-4845-9E8B-FDAA08DE3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F58D3A-9437-4749-8378-2E7D3BCDE9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BEB8CE-495C-C441-83CB-3A2CD1B369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45BBE6-FF20-A14F-BD2D-F06501983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3EDD5-7440-B242-99FE-25F6010E53A0}" type="datetimeFigureOut">
              <a:rPr lang="en-US" smtClean="0"/>
              <a:t>6/23/21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B3494C-CEEA-6142-887C-D37E23962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1EEAF1-36AB-504A-AD9D-2AD1EC4D5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A6730-5175-694C-B35A-F074A0FA9B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1270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362C0-CDFC-9F48-A1A6-577BA55BF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86D0C2-AB45-2E46-A060-DB1E1598B2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D09835-8B19-E84C-99DD-DD5847071A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F8C047-DE06-3145-9B30-16815B255C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C88E8A-903E-994E-83DC-BF98828143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5C5E39-C3E0-294B-A1D5-65C40DCB7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3EDD5-7440-B242-99FE-25F6010E53A0}" type="datetimeFigureOut">
              <a:rPr lang="en-US" smtClean="0"/>
              <a:t>6/23/21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DBBAEC-4394-1046-A3BD-D43CFC168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9F98DD-42B7-BF43-BB60-E16F784E2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A6730-5175-694C-B35A-F074A0FA9B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556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C897A-1FCE-ED4A-A06E-049F64133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4BE270-8681-4046-9F7F-C46AF3F69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3EDD5-7440-B242-99FE-25F6010E53A0}" type="datetimeFigureOut">
              <a:rPr lang="en-US" smtClean="0"/>
              <a:t>6/23/21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76F9F0-A447-3B42-8D34-E4511BBED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9717FB-2D30-8C48-A655-0305ADF54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A6730-5175-694C-B35A-F074A0FA9B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4476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518E29-CA50-A449-B5AB-0CE954BDD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3EDD5-7440-B242-99FE-25F6010E53A0}" type="datetimeFigureOut">
              <a:rPr lang="en-US" smtClean="0"/>
              <a:t>6/23/21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A1BFC6-3BF2-844B-A543-82A7EFB47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20064D-E247-434E-B5D3-BC2A1A747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A6730-5175-694C-B35A-F074A0FA9B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732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0FFC9-6B63-784E-8040-AF0B8A5A4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148E97-8F62-744D-B383-1ABE59D2B6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FA3B66-A540-7240-AA06-1698667029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4EFA40-C09D-5A4C-97A1-1ED2C167C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3EDD5-7440-B242-99FE-25F6010E53A0}" type="datetimeFigureOut">
              <a:rPr lang="en-US" smtClean="0"/>
              <a:t>6/23/21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A521A9-A786-BF45-92DA-99C69C596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C5B8D6-1A9B-ED45-898B-38389B773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A6730-5175-694C-B35A-F074A0FA9B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3505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EB74D-5201-1646-96BC-F8681799C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6099FE-97BE-9648-BD15-CED1434E95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14064A-3C24-C844-9985-4136E2A499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19FE6B-7997-B54E-82E3-AF69E623B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3EDD5-7440-B242-99FE-25F6010E53A0}" type="datetimeFigureOut">
              <a:rPr lang="en-US" smtClean="0"/>
              <a:t>6/23/21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D5A1F5-2CB1-D649-B010-099D7A416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4E35A0-4966-414B-B19D-56604A465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A6730-5175-694C-B35A-F074A0FA9B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4011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C9E5C-4B71-F949-A655-09FE399F3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E72ABB-70CB-0545-82DA-B3EF6AFA1C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5C1D4-36F8-3C41-A6A8-474BD2FB1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3EDD5-7440-B242-99FE-25F6010E53A0}" type="datetimeFigureOut">
              <a:rPr lang="en-US" smtClean="0"/>
              <a:t>6/23/21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AE8038-7687-F14B-BB65-2D24012D2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C36BFB-B630-7D43-B5DC-96A41DAAD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A6730-5175-694C-B35A-F074A0FA9B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188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E5DE73-73B7-0248-BE3F-36CBC000F8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C691C0-C4FA-1049-80D0-3EC51E4824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54A4D0-E1DA-0E43-AD1B-F9A47B512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3EDD5-7440-B242-99FE-25F6010E53A0}" type="datetimeFigureOut">
              <a:rPr lang="en-US" smtClean="0"/>
              <a:t>6/23/21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C6CA6F-A22D-5B41-887F-F38DD45F7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7CC0A5-9095-E64A-94FA-3AB78317B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A6730-5175-694C-B35A-F074A0FA9B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0568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7353202-B2FE-5E45-8B87-81E3B0F57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18ABA0-F8D2-1B41-B4AB-CDA3112141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C2E9A-9815-4B43-A83C-BC65426BB1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33EDD5-7440-B242-99FE-25F6010E53A0}" type="datetimeFigureOut">
              <a:rPr lang="en-US" smtClean="0"/>
              <a:t>6/23/21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96696B-6A3E-E649-8538-CB448E16CE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C585D4-E85C-7A4E-AD4C-AD567958E0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CA6730-5175-694C-B35A-F074A0FA9B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882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C4511F3-94F3-DA4C-B4CC-9AD5FD9F2711}"/>
              </a:ext>
            </a:extLst>
          </p:cNvPr>
          <p:cNvCxnSpPr/>
          <p:nvPr/>
        </p:nvCxnSpPr>
        <p:spPr>
          <a:xfrm>
            <a:off x="9026046" y="2735463"/>
            <a:ext cx="2041742" cy="0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96E83E8-438B-9E46-AEC9-842B49510C28}"/>
              </a:ext>
            </a:extLst>
          </p:cNvPr>
          <p:cNvCxnSpPr>
            <a:cxnSpLocks/>
          </p:cNvCxnSpPr>
          <p:nvPr/>
        </p:nvCxnSpPr>
        <p:spPr>
          <a:xfrm flipH="1" flipV="1">
            <a:off x="8077200" y="2098132"/>
            <a:ext cx="948846" cy="637332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58EF556-34FE-9F4C-885A-A41A9572BE7F}"/>
                  </a:ext>
                </a:extLst>
              </p:cNvPr>
              <p:cNvSpPr txBox="1"/>
              <p:nvPr/>
            </p:nvSpPr>
            <p:spPr>
              <a:xfrm>
                <a:off x="10831285" y="2871535"/>
                <a:ext cx="319703" cy="2844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58EF556-34FE-9F4C-885A-A41A9572BE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31285" y="2871535"/>
                <a:ext cx="319703" cy="284437"/>
              </a:xfrm>
              <a:prstGeom prst="rect">
                <a:avLst/>
              </a:prstGeom>
              <a:blipFill>
                <a:blip r:embed="rId2"/>
                <a:stretch>
                  <a:fillRect l="-15385" t="-21739" r="-3846" b="-17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E8FDAB5-BFF3-B34D-961F-96B8B820882D}"/>
                  </a:ext>
                </a:extLst>
              </p:cNvPr>
              <p:cNvSpPr txBox="1"/>
              <p:nvPr/>
            </p:nvSpPr>
            <p:spPr>
              <a:xfrm>
                <a:off x="8687167" y="4080435"/>
                <a:ext cx="282321" cy="2844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acc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E8FDAB5-BFF3-B34D-961F-96B8B82088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7167" y="4080435"/>
                <a:ext cx="282321" cy="284437"/>
              </a:xfrm>
              <a:prstGeom prst="rect">
                <a:avLst/>
              </a:prstGeom>
              <a:blipFill>
                <a:blip r:embed="rId3"/>
                <a:stretch>
                  <a:fillRect l="-21739" t="-21739" r="-4348" b="-17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3DE3454-08FE-434E-8BA4-173CFF404CCD}"/>
                  </a:ext>
                </a:extLst>
              </p:cNvPr>
              <p:cNvSpPr txBox="1"/>
              <p:nvPr/>
            </p:nvSpPr>
            <p:spPr>
              <a:xfrm>
                <a:off x="8077199" y="1799323"/>
                <a:ext cx="310278" cy="2845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</m:acc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3DE3454-08FE-434E-8BA4-173CFF404C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7199" y="1799323"/>
                <a:ext cx="310278" cy="284565"/>
              </a:xfrm>
              <a:prstGeom prst="rect">
                <a:avLst/>
              </a:prstGeom>
              <a:blipFill>
                <a:blip r:embed="rId4"/>
                <a:stretch>
                  <a:fillRect l="-20000" t="-20833" r="-4000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F4054C6-B60F-E14D-9E5E-B9960D4FD8B4}"/>
              </a:ext>
            </a:extLst>
          </p:cNvPr>
          <p:cNvCxnSpPr>
            <a:cxnSpLocks/>
          </p:cNvCxnSpPr>
          <p:nvPr/>
        </p:nvCxnSpPr>
        <p:spPr>
          <a:xfrm flipH="1">
            <a:off x="4797593" y="3406259"/>
            <a:ext cx="1579740" cy="22741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F39FFF4-4EAA-904A-8222-88E5B1C13A5D}"/>
              </a:ext>
            </a:extLst>
          </p:cNvPr>
          <p:cNvCxnSpPr>
            <a:cxnSpLocks/>
          </p:cNvCxnSpPr>
          <p:nvPr/>
        </p:nvCxnSpPr>
        <p:spPr>
          <a:xfrm>
            <a:off x="6365014" y="3416723"/>
            <a:ext cx="1144003" cy="831720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4490CD2-0F84-4A40-BE6C-BCE107144392}"/>
                  </a:ext>
                </a:extLst>
              </p:cNvPr>
              <p:cNvSpPr txBox="1"/>
              <p:nvPr/>
            </p:nvSpPr>
            <p:spPr>
              <a:xfrm>
                <a:off x="7298981" y="3795998"/>
                <a:ext cx="266419" cy="2844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acc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4490CD2-0F84-4A40-BE6C-BCE1071443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8981" y="3795998"/>
                <a:ext cx="266419" cy="284437"/>
              </a:xfrm>
              <a:prstGeom prst="rect">
                <a:avLst/>
              </a:prstGeom>
              <a:blipFill>
                <a:blip r:embed="rId5"/>
                <a:stretch>
                  <a:fillRect l="-18182" t="-21739" r="-4545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70C6603-D60F-BC4A-8C33-BCE65BA2C5EF}"/>
                  </a:ext>
                </a:extLst>
              </p:cNvPr>
              <p:cNvSpPr txBox="1"/>
              <p:nvPr/>
            </p:nvSpPr>
            <p:spPr>
              <a:xfrm>
                <a:off x="4723131" y="3014843"/>
                <a:ext cx="303801" cy="2844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70C6603-D60F-BC4A-8C33-BCE65BA2C5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3131" y="3014843"/>
                <a:ext cx="303801" cy="284437"/>
              </a:xfrm>
              <a:prstGeom prst="rect">
                <a:avLst/>
              </a:prstGeom>
              <a:blipFill>
                <a:blip r:embed="rId6"/>
                <a:stretch>
                  <a:fillRect l="-20833" t="-21739" r="-4167" b="-17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5BAB00C-3434-0340-B37A-47B45BB51A1F}"/>
              </a:ext>
            </a:extLst>
          </p:cNvPr>
          <p:cNvCxnSpPr>
            <a:cxnSpLocks/>
          </p:cNvCxnSpPr>
          <p:nvPr/>
        </p:nvCxnSpPr>
        <p:spPr>
          <a:xfrm>
            <a:off x="8745141" y="4779194"/>
            <a:ext cx="269014" cy="1751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66242DF-11AA-5047-89DF-26F8CB7AF7B9}"/>
              </a:ext>
            </a:extLst>
          </p:cNvPr>
          <p:cNvCxnSpPr>
            <a:cxnSpLocks/>
          </p:cNvCxnSpPr>
          <p:nvPr/>
        </p:nvCxnSpPr>
        <p:spPr>
          <a:xfrm flipH="1" flipV="1">
            <a:off x="6699975" y="3676699"/>
            <a:ext cx="2315184" cy="1593183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3FAC71D-C3AD-A140-936C-241A9BCAE7A3}"/>
              </a:ext>
            </a:extLst>
          </p:cNvPr>
          <p:cNvCxnSpPr>
            <a:cxnSpLocks/>
          </p:cNvCxnSpPr>
          <p:nvPr/>
        </p:nvCxnSpPr>
        <p:spPr>
          <a:xfrm flipV="1">
            <a:off x="9026045" y="4120830"/>
            <a:ext cx="0" cy="116887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9F693C8E-76ED-C94A-B12F-A2C813DF8171}"/>
                  </a:ext>
                </a:extLst>
              </p:cNvPr>
              <p:cNvSpPr txBox="1"/>
              <p:nvPr/>
            </p:nvSpPr>
            <p:spPr>
              <a:xfrm>
                <a:off x="7509017" y="4427668"/>
                <a:ext cx="18114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9F693C8E-76ED-C94A-B12F-A2C813DF81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9017" y="4427668"/>
                <a:ext cx="181140" cy="276999"/>
              </a:xfrm>
              <a:prstGeom prst="rect">
                <a:avLst/>
              </a:prstGeom>
              <a:blipFill>
                <a:blip r:embed="rId7"/>
                <a:stretch>
                  <a:fillRect l="-26667" r="-26667"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709F20E-3807-784F-A0E7-66681E5ECF26}"/>
              </a:ext>
            </a:extLst>
          </p:cNvPr>
          <p:cNvCxnSpPr>
            <a:cxnSpLocks/>
          </p:cNvCxnSpPr>
          <p:nvPr/>
        </p:nvCxnSpPr>
        <p:spPr>
          <a:xfrm>
            <a:off x="9026046" y="2735463"/>
            <a:ext cx="0" cy="1662366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D9EA2FD9-99A5-0B43-B771-F3223BFB7006}"/>
              </a:ext>
            </a:extLst>
          </p:cNvPr>
          <p:cNvCxnSpPr>
            <a:cxnSpLocks/>
          </p:cNvCxnSpPr>
          <p:nvPr/>
        </p:nvCxnSpPr>
        <p:spPr>
          <a:xfrm flipV="1">
            <a:off x="6365014" y="2036879"/>
            <a:ext cx="0" cy="1392121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13AA1CA2-0F6C-D449-A6F4-F7E4724B20C7}"/>
                  </a:ext>
                </a:extLst>
              </p:cNvPr>
              <p:cNvSpPr txBox="1"/>
              <p:nvPr/>
            </p:nvSpPr>
            <p:spPr>
              <a:xfrm>
                <a:off x="6365014" y="1749242"/>
                <a:ext cx="294376" cy="2845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</m:acc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13AA1CA2-0F6C-D449-A6F4-F7E4724B20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5014" y="1749242"/>
                <a:ext cx="294376" cy="284565"/>
              </a:xfrm>
              <a:prstGeom prst="rect">
                <a:avLst/>
              </a:prstGeom>
              <a:blipFill>
                <a:blip r:embed="rId8"/>
                <a:stretch>
                  <a:fillRect l="-16667" t="-20833" r="-4167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B5084B76-1BDB-2346-B5FF-388B51B7AA21}"/>
                  </a:ext>
                </a:extLst>
              </p:cNvPr>
              <p:cNvSpPr txBox="1"/>
              <p:nvPr/>
            </p:nvSpPr>
            <p:spPr>
              <a:xfrm>
                <a:off x="9037936" y="4708984"/>
                <a:ext cx="18114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B5084B76-1BDB-2346-B5FF-388B51B7AA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7936" y="4708984"/>
                <a:ext cx="181140" cy="276999"/>
              </a:xfrm>
              <a:prstGeom prst="rect">
                <a:avLst/>
              </a:prstGeom>
              <a:blipFill>
                <a:blip r:embed="rId9"/>
                <a:stretch>
                  <a:fillRect l="-26667" r="-33333"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89B84FE7-57FD-C841-9E0B-64DADCAFEDA4}"/>
              </a:ext>
            </a:extLst>
          </p:cNvPr>
          <p:cNvCxnSpPr>
            <a:cxnSpLocks/>
          </p:cNvCxnSpPr>
          <p:nvPr/>
        </p:nvCxnSpPr>
        <p:spPr>
          <a:xfrm>
            <a:off x="8745141" y="4767434"/>
            <a:ext cx="0" cy="3270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16353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8</Words>
  <Application>Microsoft Macintosh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Nanayakkara, Thrishantha</dc:creator>
  <cp:lastModifiedBy>Nanayakkara, Thrishantha</cp:lastModifiedBy>
  <cp:revision>4</cp:revision>
  <dcterms:created xsi:type="dcterms:W3CDTF">2021-06-23T09:20:38Z</dcterms:created>
  <dcterms:modified xsi:type="dcterms:W3CDTF">2021-06-23T10:10:54Z</dcterms:modified>
</cp:coreProperties>
</file>